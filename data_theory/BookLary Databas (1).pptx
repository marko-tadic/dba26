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4A540-19E4-45C4-9B63-4A7AA73CAC97}" v="17" dt="2026-09-11T15:45:06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o Tadic (student syh)" userId="27aa9e64-cb87-48f1-ba32-72864a5e1aac" providerId="ADAL" clId="{AF1906AA-91E5-4586-9AD8-5AB10B69649F}"/>
    <pc:docChg chg="modSld">
      <pc:chgData name="Marko Tadic (student syh)" userId="27aa9e64-cb87-48f1-ba32-72864a5e1aac" providerId="ADAL" clId="{AF1906AA-91E5-4586-9AD8-5AB10B69649F}" dt="2026-09-11T15:45:06.422" v="18" actId="767"/>
      <pc:docMkLst>
        <pc:docMk/>
      </pc:docMkLst>
      <pc:sldChg chg="modSp">
        <pc:chgData name="Marko Tadic (student syh)" userId="27aa9e64-cb87-48f1-ba32-72864a5e1aac" providerId="ADAL" clId="{AF1906AA-91E5-4586-9AD8-5AB10B69649F}" dt="2026-09-11T15:03:48.455" v="0"/>
        <pc:sldMkLst>
          <pc:docMk/>
          <pc:sldMk cId="506949726" sldId="265"/>
        </pc:sldMkLst>
        <pc:spChg chg="mod">
          <ac:chgData name="Marko Tadic (student syh)" userId="27aa9e64-cb87-48f1-ba32-72864a5e1aac" providerId="ADAL" clId="{AF1906AA-91E5-4586-9AD8-5AB10B69649F}" dt="2026-09-11T15:03:48.455" v="0"/>
          <ac:spMkLst>
            <pc:docMk/>
            <pc:sldMk cId="506949726" sldId="265"/>
            <ac:spMk id="3" creationId="{B9464CD7-491B-44B9-FB01-0A83D177687C}"/>
          </ac:spMkLst>
        </pc:spChg>
      </pc:sldChg>
      <pc:sldChg chg="addSp delSp modSp">
        <pc:chgData name="Marko Tadic (student syh)" userId="27aa9e64-cb87-48f1-ba32-72864a5e1aac" providerId="ADAL" clId="{AF1906AA-91E5-4586-9AD8-5AB10B69649F}" dt="2026-09-11T15:12:55.466" v="3"/>
        <pc:sldMkLst>
          <pc:docMk/>
          <pc:sldMk cId="2179908924" sldId="266"/>
        </pc:sldMkLst>
        <pc:spChg chg="add mod">
          <ac:chgData name="Marko Tadic (student syh)" userId="27aa9e64-cb87-48f1-ba32-72864a5e1aac" providerId="ADAL" clId="{AF1906AA-91E5-4586-9AD8-5AB10B69649F}" dt="2026-09-11T15:12:32.795" v="1" actId="767"/>
          <ac:spMkLst>
            <pc:docMk/>
            <pc:sldMk cId="2179908924" sldId="266"/>
            <ac:spMk id="9" creationId="{C5330507-9345-D666-70D5-A5F6641286A1}"/>
          </ac:spMkLst>
        </pc:spChg>
        <pc:spChg chg="add del mod">
          <ac:chgData name="Marko Tadic (student syh)" userId="27aa9e64-cb87-48f1-ba32-72864a5e1aac" providerId="ADAL" clId="{AF1906AA-91E5-4586-9AD8-5AB10B69649F}" dt="2026-09-11T15:12:55.466" v="3"/>
          <ac:spMkLst>
            <pc:docMk/>
            <pc:sldMk cId="2179908924" sldId="266"/>
            <ac:spMk id="11" creationId="{1D21AE9B-0A0B-EDFF-D7A3-81BC5405E154}"/>
          </ac:spMkLst>
        </pc:spChg>
      </pc:sldChg>
      <pc:sldChg chg="addSp modSp">
        <pc:chgData name="Marko Tadic (student syh)" userId="27aa9e64-cb87-48f1-ba32-72864a5e1aac" providerId="ADAL" clId="{AF1906AA-91E5-4586-9AD8-5AB10B69649F}" dt="2026-09-11T15:16:11.902" v="5" actId="767"/>
        <pc:sldMkLst>
          <pc:docMk/>
          <pc:sldMk cId="3465646954" sldId="267"/>
        </pc:sldMkLst>
        <pc:spChg chg="add mod">
          <ac:chgData name="Marko Tadic (student syh)" userId="27aa9e64-cb87-48f1-ba32-72864a5e1aac" providerId="ADAL" clId="{AF1906AA-91E5-4586-9AD8-5AB10B69649F}" dt="2026-09-11T15:15:27.709" v="4" actId="767"/>
          <ac:spMkLst>
            <pc:docMk/>
            <pc:sldMk cId="3465646954" sldId="267"/>
            <ac:spMk id="8" creationId="{EAB701E6-168A-99F8-FF4C-A4A4A2DAE1FF}"/>
          </ac:spMkLst>
        </pc:spChg>
        <pc:spChg chg="add mod">
          <ac:chgData name="Marko Tadic (student syh)" userId="27aa9e64-cb87-48f1-ba32-72864a5e1aac" providerId="ADAL" clId="{AF1906AA-91E5-4586-9AD8-5AB10B69649F}" dt="2026-09-11T15:16:11.902" v="5" actId="767"/>
          <ac:spMkLst>
            <pc:docMk/>
            <pc:sldMk cId="3465646954" sldId="267"/>
            <ac:spMk id="9" creationId="{DC7DEA0D-A037-97BB-BC06-661F5A42325F}"/>
          </ac:spMkLst>
        </pc:spChg>
      </pc:sldChg>
      <pc:sldChg chg="addSp modSp">
        <pc:chgData name="Marko Tadic (student syh)" userId="27aa9e64-cb87-48f1-ba32-72864a5e1aac" providerId="ADAL" clId="{AF1906AA-91E5-4586-9AD8-5AB10B69649F}" dt="2026-09-11T15:45:06.422" v="18" actId="767"/>
        <pc:sldMkLst>
          <pc:docMk/>
          <pc:sldMk cId="1376513735" sldId="268"/>
        </pc:sldMkLst>
        <pc:spChg chg="add mod">
          <ac:chgData name="Marko Tadic (student syh)" userId="27aa9e64-cb87-48f1-ba32-72864a5e1aac" providerId="ADAL" clId="{AF1906AA-91E5-4586-9AD8-5AB10B69649F}" dt="2026-09-11T15:35:27.859" v="13" actId="767"/>
          <ac:spMkLst>
            <pc:docMk/>
            <pc:sldMk cId="1376513735" sldId="268"/>
            <ac:spMk id="10" creationId="{1BA6986F-4341-1123-B75A-2AD4F5D75092}"/>
          </ac:spMkLst>
        </pc:spChg>
        <pc:spChg chg="add mod">
          <ac:chgData name="Marko Tadic (student syh)" userId="27aa9e64-cb87-48f1-ba32-72864a5e1aac" providerId="ADAL" clId="{AF1906AA-91E5-4586-9AD8-5AB10B69649F}" dt="2026-09-11T15:45:06.422" v="18" actId="767"/>
          <ac:spMkLst>
            <pc:docMk/>
            <pc:sldMk cId="1376513735" sldId="268"/>
            <ac:spMk id="23" creationId="{DCB3CE5C-ADA3-58A0-6EF6-E79EA87CB581}"/>
          </ac:spMkLst>
        </pc:spChg>
      </pc:sldChg>
      <pc:sldChg chg="addSp delSp modSp">
        <pc:chgData name="Marko Tadic (student syh)" userId="27aa9e64-cb87-48f1-ba32-72864a5e1aac" providerId="ADAL" clId="{AF1906AA-91E5-4586-9AD8-5AB10B69649F}" dt="2026-09-11T15:24:06.349" v="9" actId="767"/>
        <pc:sldMkLst>
          <pc:docMk/>
          <pc:sldMk cId="3382181370" sldId="269"/>
        </pc:sldMkLst>
        <pc:spChg chg="add del mod">
          <ac:chgData name="Marko Tadic (student syh)" userId="27aa9e64-cb87-48f1-ba32-72864a5e1aac" providerId="ADAL" clId="{AF1906AA-91E5-4586-9AD8-5AB10B69649F}" dt="2026-09-11T15:23:12.887" v="8" actId="767"/>
          <ac:spMkLst>
            <pc:docMk/>
            <pc:sldMk cId="3382181370" sldId="269"/>
            <ac:spMk id="6" creationId="{DB651276-1E2D-FB1D-98EC-F125D6A8080A}"/>
          </ac:spMkLst>
        </pc:spChg>
        <pc:spChg chg="add mod">
          <ac:chgData name="Marko Tadic (student syh)" userId="27aa9e64-cb87-48f1-ba32-72864a5e1aac" providerId="ADAL" clId="{AF1906AA-91E5-4586-9AD8-5AB10B69649F}" dt="2026-09-11T15:24:06.349" v="9" actId="767"/>
          <ac:spMkLst>
            <pc:docMk/>
            <pc:sldMk cId="3382181370" sldId="269"/>
            <ac:spMk id="11" creationId="{8F50DBB0-6BA8-A2E2-2C00-D87E1DA5DE44}"/>
          </ac:spMkLst>
        </pc:spChg>
      </pc:sldChg>
      <pc:sldChg chg="addSp delSp modSp">
        <pc:chgData name="Marko Tadic (student syh)" userId="27aa9e64-cb87-48f1-ba32-72864a5e1aac" providerId="ADAL" clId="{AF1906AA-91E5-4586-9AD8-5AB10B69649F}" dt="2026-09-11T15:40:49.367" v="17"/>
        <pc:sldMkLst>
          <pc:docMk/>
          <pc:sldMk cId="1122541716" sldId="270"/>
        </pc:sldMkLst>
        <pc:spChg chg="del">
          <ac:chgData name="Marko Tadic (student syh)" userId="27aa9e64-cb87-48f1-ba32-72864a5e1aac" providerId="ADAL" clId="{AF1906AA-91E5-4586-9AD8-5AB10B69649F}" dt="2026-09-11T15:32:38.119" v="10"/>
          <ac:spMkLst>
            <pc:docMk/>
            <pc:sldMk cId="1122541716" sldId="270"/>
            <ac:spMk id="8" creationId="{82FDAA14-7ED9-08BD-0AE6-FD4B29640460}"/>
          </ac:spMkLst>
        </pc:spChg>
        <pc:spChg chg="add mod">
          <ac:chgData name="Marko Tadic (student syh)" userId="27aa9e64-cb87-48f1-ba32-72864a5e1aac" providerId="ADAL" clId="{AF1906AA-91E5-4586-9AD8-5AB10B69649F}" dt="2026-09-11T15:32:38.119" v="10"/>
          <ac:spMkLst>
            <pc:docMk/>
            <pc:sldMk cId="1122541716" sldId="270"/>
            <ac:spMk id="10" creationId="{3CF32DBC-5135-1511-60FA-0B48A9965C37}"/>
          </ac:spMkLst>
        </pc:spChg>
        <pc:spChg chg="add mod">
          <ac:chgData name="Marko Tadic (student syh)" userId="27aa9e64-cb87-48f1-ba32-72864a5e1aac" providerId="ADAL" clId="{AF1906AA-91E5-4586-9AD8-5AB10B69649F}" dt="2026-09-11T15:32:53.887" v="11"/>
          <ac:spMkLst>
            <pc:docMk/>
            <pc:sldMk cId="1122541716" sldId="270"/>
            <ac:spMk id="11" creationId="{653201D3-9B30-903A-B479-6709BA95BEBB}"/>
          </ac:spMkLst>
        </pc:spChg>
        <pc:spChg chg="add mod">
          <ac:chgData name="Marko Tadic (student syh)" userId="27aa9e64-cb87-48f1-ba32-72864a5e1aac" providerId="ADAL" clId="{AF1906AA-91E5-4586-9AD8-5AB10B69649F}" dt="2026-09-11T15:33:37.857" v="12" actId="767"/>
          <ac:spMkLst>
            <pc:docMk/>
            <pc:sldMk cId="1122541716" sldId="270"/>
            <ac:spMk id="15" creationId="{D027CC39-DFC2-DDD2-6E47-51819377CC4B}"/>
          </ac:spMkLst>
        </pc:spChg>
        <pc:spChg chg="add mod">
          <ac:chgData name="Marko Tadic (student syh)" userId="27aa9e64-cb87-48f1-ba32-72864a5e1aac" providerId="ADAL" clId="{AF1906AA-91E5-4586-9AD8-5AB10B69649F}" dt="2026-09-11T15:37:53.553" v="14" actId="767"/>
          <ac:spMkLst>
            <pc:docMk/>
            <pc:sldMk cId="1122541716" sldId="270"/>
            <ac:spMk id="39" creationId="{DC2B17A4-093F-0191-57BC-42192C4F6BAC}"/>
          </ac:spMkLst>
        </pc:spChg>
        <pc:cxnChg chg="add mod">
          <ac:chgData name="Marko Tadic (student syh)" userId="27aa9e64-cb87-48f1-ba32-72864a5e1aac" providerId="ADAL" clId="{AF1906AA-91E5-4586-9AD8-5AB10B69649F}" dt="2026-09-11T15:40:41.355" v="15"/>
          <ac:cxnSpMkLst>
            <pc:docMk/>
            <pc:sldMk cId="1122541716" sldId="270"/>
            <ac:cxnSpMk id="59" creationId="{B256D5E2-3E9A-5C77-3E92-CB47516C8A5F}"/>
          </ac:cxnSpMkLst>
        </pc:cxnChg>
        <pc:cxnChg chg="add mod">
          <ac:chgData name="Marko Tadic (student syh)" userId="27aa9e64-cb87-48f1-ba32-72864a5e1aac" providerId="ADAL" clId="{AF1906AA-91E5-4586-9AD8-5AB10B69649F}" dt="2026-09-11T15:40:45.212" v="16"/>
          <ac:cxnSpMkLst>
            <pc:docMk/>
            <pc:sldMk cId="1122541716" sldId="270"/>
            <ac:cxnSpMk id="60" creationId="{C7820579-BF5E-3472-F505-1645A124C80E}"/>
          </ac:cxnSpMkLst>
        </pc:cxnChg>
        <pc:cxnChg chg="add mod">
          <ac:chgData name="Marko Tadic (student syh)" userId="27aa9e64-cb87-48f1-ba32-72864a5e1aac" providerId="ADAL" clId="{AF1906AA-91E5-4586-9AD8-5AB10B69649F}" dt="2026-09-11T15:40:49.367" v="17"/>
          <ac:cxnSpMkLst>
            <pc:docMk/>
            <pc:sldMk cId="1122541716" sldId="270"/>
            <ac:cxnSpMk id="61" creationId="{9A9269A8-5F80-119B-C6D0-22586FA81F66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8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1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17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ED3354-B660-4061-99E0-41F354B58433}" type="doc">
      <dgm:prSet loTypeId="urn:microsoft.com/office/officeart/2005/8/layout/matrix3" loCatId="matrix" qsTypeId="urn:microsoft.com/office/officeart/2005/8/quickstyle/simple1#5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84ED97C1-6988-4CD8-AB51-4928EBB6E00D}">
      <dgm:prSet/>
      <dgm:spPr/>
      <dgm:t>
        <a:bodyPr/>
        <a:lstStyle/>
        <a:p>
          <a:r>
            <a:rPr lang="en-US" dirty="0" err="1"/>
            <a:t>Spåra</a:t>
          </a:r>
          <a:r>
            <a:rPr lang="en-US" dirty="0"/>
            <a:t> </a:t>
          </a:r>
          <a:r>
            <a:rPr lang="en-US" dirty="0" err="1"/>
            <a:t>böcker</a:t>
          </a:r>
          <a:r>
            <a:rPr lang="en-US" dirty="0"/>
            <a:t>, </a:t>
          </a:r>
          <a:r>
            <a:rPr lang="en-US" dirty="0" err="1"/>
            <a:t>unika</a:t>
          </a:r>
          <a:r>
            <a:rPr lang="en-US" dirty="0"/>
            <a:t> exemplar och </a:t>
          </a:r>
          <a:r>
            <a:rPr lang="en-US" dirty="0" err="1"/>
            <a:t>medlemmar</a:t>
          </a:r>
          <a:endParaRPr lang="en-US" dirty="0"/>
        </a:p>
      </dgm:t>
    </dgm:pt>
    <dgm:pt modelId="{915F2AC7-2C20-472D-A40C-709B5C132B23}" type="parTrans" cxnId="{59E22609-08E7-429E-8CBE-9736596A6EA5}">
      <dgm:prSet/>
      <dgm:spPr/>
      <dgm:t>
        <a:bodyPr/>
        <a:lstStyle/>
        <a:p>
          <a:endParaRPr lang="en-US"/>
        </a:p>
      </dgm:t>
    </dgm:pt>
    <dgm:pt modelId="{00546621-1D9F-47BC-A563-FFFE2C657211}" type="sibTrans" cxnId="{59E22609-08E7-429E-8CBE-9736596A6EA5}">
      <dgm:prSet/>
      <dgm:spPr/>
      <dgm:t>
        <a:bodyPr/>
        <a:lstStyle/>
        <a:p>
          <a:endParaRPr lang="en-US"/>
        </a:p>
      </dgm:t>
    </dgm:pt>
    <dgm:pt modelId="{D62A83E3-905A-47B8-A055-D920E93DB4CA}">
      <dgm:prSet/>
      <dgm:spPr/>
      <dgm:t>
        <a:bodyPr/>
        <a:lstStyle/>
        <a:p>
          <a:r>
            <a:rPr lang="en-US" dirty="0" err="1"/>
            <a:t>Hantera</a:t>
          </a:r>
          <a:r>
            <a:rPr lang="en-US" dirty="0"/>
            <a:t> </a:t>
          </a:r>
          <a:r>
            <a:rPr lang="en-US" dirty="0" err="1"/>
            <a:t>utlåning</a:t>
          </a:r>
          <a:r>
            <a:rPr lang="en-US" dirty="0"/>
            <a:t> via </a:t>
          </a:r>
          <a:r>
            <a:rPr lang="en-US" dirty="0" err="1"/>
            <a:t>strukturerade</a:t>
          </a:r>
          <a:r>
            <a:rPr lang="en-US" dirty="0"/>
            <a:t> </a:t>
          </a:r>
          <a:r>
            <a:rPr lang="en-US" dirty="0" err="1"/>
            <a:t>låntransaktioner</a:t>
          </a:r>
          <a:endParaRPr lang="en-US" dirty="0"/>
        </a:p>
      </dgm:t>
    </dgm:pt>
    <dgm:pt modelId="{E69A7F4A-CC57-4B0B-9AF0-1A7DD70ABA0C}" type="parTrans" cxnId="{14CAF5EF-A794-40AD-88A8-76306DA37CD3}">
      <dgm:prSet/>
      <dgm:spPr/>
      <dgm:t>
        <a:bodyPr/>
        <a:lstStyle/>
        <a:p>
          <a:endParaRPr lang="en-US"/>
        </a:p>
      </dgm:t>
    </dgm:pt>
    <dgm:pt modelId="{DE93732E-40E9-4D6A-AA37-C23E8E6B438F}" type="sibTrans" cxnId="{14CAF5EF-A794-40AD-88A8-76306DA37CD3}">
      <dgm:prSet/>
      <dgm:spPr/>
      <dgm:t>
        <a:bodyPr/>
        <a:lstStyle/>
        <a:p>
          <a:endParaRPr lang="en-US"/>
        </a:p>
      </dgm:t>
    </dgm:pt>
    <dgm:pt modelId="{66C0C454-ACA8-4ECA-8CF4-2CE0061AAE23}">
      <dgm:prSet/>
      <dgm:spPr/>
      <dgm:t>
        <a:bodyPr/>
        <a:lstStyle/>
        <a:p>
          <a:r>
            <a:rPr lang="en-US" dirty="0" err="1"/>
            <a:t>Registrera</a:t>
          </a:r>
          <a:r>
            <a:rPr lang="en-US" dirty="0"/>
            <a:t> </a:t>
          </a:r>
          <a:r>
            <a:rPr lang="en-US" dirty="0" err="1"/>
            <a:t>gemensamt</a:t>
          </a:r>
          <a:r>
            <a:rPr lang="en-US" dirty="0"/>
            <a:t> </a:t>
          </a:r>
          <a:r>
            <a:rPr lang="en-US" dirty="0" err="1"/>
            <a:t>återlämningsdatum</a:t>
          </a:r>
          <a:r>
            <a:rPr lang="en-US" dirty="0"/>
            <a:t> per </a:t>
          </a:r>
          <a:r>
            <a:rPr lang="en-US" dirty="0" err="1"/>
            <a:t>transaktion</a:t>
          </a:r>
          <a:endParaRPr lang="en-US" dirty="0"/>
        </a:p>
      </dgm:t>
    </dgm:pt>
    <dgm:pt modelId="{8C8E71DC-4239-4911-81CD-B35306A6D157}" type="parTrans" cxnId="{5A387938-4A6E-44CD-A6F4-D74C7C156B1E}">
      <dgm:prSet/>
      <dgm:spPr/>
      <dgm:t>
        <a:bodyPr/>
        <a:lstStyle/>
        <a:p>
          <a:endParaRPr lang="en-US"/>
        </a:p>
      </dgm:t>
    </dgm:pt>
    <dgm:pt modelId="{2EDE1115-543D-47F7-AEB5-E9ACBB7EA069}" type="sibTrans" cxnId="{5A387938-4A6E-44CD-A6F4-D74C7C156B1E}">
      <dgm:prSet/>
      <dgm:spPr/>
      <dgm:t>
        <a:bodyPr/>
        <a:lstStyle/>
        <a:p>
          <a:endParaRPr lang="en-US"/>
        </a:p>
      </dgm:t>
    </dgm:pt>
    <dgm:pt modelId="{B672CB3E-92BB-421A-939F-CADFC64F7C30}">
      <dgm:prSet/>
      <dgm:spPr/>
      <dgm:t>
        <a:bodyPr/>
        <a:lstStyle/>
        <a:p>
          <a:r>
            <a:rPr lang="en-US" dirty="0" err="1"/>
            <a:t>Stödja</a:t>
          </a:r>
          <a:r>
            <a:rPr lang="en-US" dirty="0"/>
            <a:t> </a:t>
          </a:r>
          <a:r>
            <a:rPr lang="en-US" dirty="0" err="1"/>
            <a:t>tomma</a:t>
          </a:r>
          <a:r>
            <a:rPr lang="en-US" dirty="0"/>
            <a:t> </a:t>
          </a:r>
          <a:r>
            <a:rPr lang="en-US" dirty="0" err="1"/>
            <a:t>returdatum</a:t>
          </a:r>
          <a:r>
            <a:rPr lang="en-US" dirty="0"/>
            <a:t> (NULL) under </a:t>
          </a:r>
          <a:r>
            <a:rPr lang="en-US" dirty="0" err="1"/>
            <a:t>pågående</a:t>
          </a:r>
          <a:r>
            <a:rPr lang="en-US" dirty="0"/>
            <a:t> </a:t>
          </a:r>
          <a:r>
            <a:rPr lang="en-US" dirty="0" err="1"/>
            <a:t>lån</a:t>
          </a:r>
          <a:endParaRPr lang="en-US" dirty="0"/>
        </a:p>
      </dgm:t>
    </dgm:pt>
    <dgm:pt modelId="{AE23C88D-6E3E-478C-8706-56FDCC542A37}" type="parTrans" cxnId="{69D55C41-CBEB-43EB-AD0D-5F09DDA2BE68}">
      <dgm:prSet/>
      <dgm:spPr/>
      <dgm:t>
        <a:bodyPr/>
        <a:lstStyle/>
        <a:p>
          <a:endParaRPr lang="en-US"/>
        </a:p>
      </dgm:t>
    </dgm:pt>
    <dgm:pt modelId="{93A38FA8-DC44-42CE-95F1-6475925CF989}" type="sibTrans" cxnId="{69D55C41-CBEB-43EB-AD0D-5F09DDA2BE68}">
      <dgm:prSet/>
      <dgm:spPr/>
      <dgm:t>
        <a:bodyPr/>
        <a:lstStyle/>
        <a:p>
          <a:endParaRPr lang="en-US"/>
        </a:p>
      </dgm:t>
    </dgm:pt>
    <dgm:pt modelId="{665478F7-F312-490A-99F5-CF88F6D01D90}" type="pres">
      <dgm:prSet presAssocID="{82ED3354-B660-4061-99E0-41F354B58433}" presName="matrix" presStyleCnt="0">
        <dgm:presLayoutVars>
          <dgm:chMax val="1"/>
          <dgm:dir/>
          <dgm:resizeHandles val="exact"/>
        </dgm:presLayoutVars>
      </dgm:prSet>
      <dgm:spPr/>
    </dgm:pt>
    <dgm:pt modelId="{07BC1507-28A1-4D94-A35E-22B2C52C8F45}" type="pres">
      <dgm:prSet presAssocID="{82ED3354-B660-4061-99E0-41F354B58433}" presName="diamond" presStyleLbl="bgShp" presStyleIdx="0" presStyleCnt="1"/>
      <dgm:spPr/>
    </dgm:pt>
    <dgm:pt modelId="{00624547-328E-43B0-AD34-B8EFAE3C818B}" type="pres">
      <dgm:prSet presAssocID="{82ED3354-B660-4061-99E0-41F354B5843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BFF06C-2965-45BF-9256-2A1D60FB2856}" type="pres">
      <dgm:prSet presAssocID="{82ED3354-B660-4061-99E0-41F354B5843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F6440AE-A949-4A2A-9E0D-8FE2D5303003}" type="pres">
      <dgm:prSet presAssocID="{82ED3354-B660-4061-99E0-41F354B5843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DF1FF2A-0A1D-432B-B09A-1394712CFB94}" type="pres">
      <dgm:prSet presAssocID="{82ED3354-B660-4061-99E0-41F354B5843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9E22609-08E7-429E-8CBE-9736596A6EA5}" srcId="{82ED3354-B660-4061-99E0-41F354B58433}" destId="{84ED97C1-6988-4CD8-AB51-4928EBB6E00D}" srcOrd="0" destOrd="0" parTransId="{915F2AC7-2C20-472D-A40C-709B5C132B23}" sibTransId="{00546621-1D9F-47BC-A563-FFFE2C657211}"/>
    <dgm:cxn modelId="{387D1B1B-8F6D-47B9-958B-EE1E320B33CE}" type="presOf" srcId="{84ED97C1-6988-4CD8-AB51-4928EBB6E00D}" destId="{00624547-328E-43B0-AD34-B8EFAE3C818B}" srcOrd="0" destOrd="0" presId="urn:microsoft.com/office/officeart/2005/8/layout/matrix3"/>
    <dgm:cxn modelId="{5A387938-4A6E-44CD-A6F4-D74C7C156B1E}" srcId="{82ED3354-B660-4061-99E0-41F354B58433}" destId="{66C0C454-ACA8-4ECA-8CF4-2CE0061AAE23}" srcOrd="2" destOrd="0" parTransId="{8C8E71DC-4239-4911-81CD-B35306A6D157}" sibTransId="{2EDE1115-543D-47F7-AEB5-E9ACBB7EA069}"/>
    <dgm:cxn modelId="{3A06AB3F-371B-4E7B-8196-AEA955D87867}" type="presOf" srcId="{B672CB3E-92BB-421A-939F-CADFC64F7C30}" destId="{DDF1FF2A-0A1D-432B-B09A-1394712CFB94}" srcOrd="0" destOrd="0" presId="urn:microsoft.com/office/officeart/2005/8/layout/matrix3"/>
    <dgm:cxn modelId="{69D55C41-CBEB-43EB-AD0D-5F09DDA2BE68}" srcId="{82ED3354-B660-4061-99E0-41F354B58433}" destId="{B672CB3E-92BB-421A-939F-CADFC64F7C30}" srcOrd="3" destOrd="0" parTransId="{AE23C88D-6E3E-478C-8706-56FDCC542A37}" sibTransId="{93A38FA8-DC44-42CE-95F1-6475925CF989}"/>
    <dgm:cxn modelId="{BFE1FC6B-46B1-40F1-A805-D6EC0B7D4B02}" type="presOf" srcId="{D62A83E3-905A-47B8-A055-D920E93DB4CA}" destId="{BDBFF06C-2965-45BF-9256-2A1D60FB2856}" srcOrd="0" destOrd="0" presId="urn:microsoft.com/office/officeart/2005/8/layout/matrix3"/>
    <dgm:cxn modelId="{41AC2298-05B6-4BA4-8F36-F4B98CC54DAE}" type="presOf" srcId="{82ED3354-B660-4061-99E0-41F354B58433}" destId="{665478F7-F312-490A-99F5-CF88F6D01D90}" srcOrd="0" destOrd="0" presId="urn:microsoft.com/office/officeart/2005/8/layout/matrix3"/>
    <dgm:cxn modelId="{B14982B8-BC84-4B6E-9D80-B42435E8BC21}" type="presOf" srcId="{66C0C454-ACA8-4ECA-8CF4-2CE0061AAE23}" destId="{1F6440AE-A949-4A2A-9E0D-8FE2D5303003}" srcOrd="0" destOrd="0" presId="urn:microsoft.com/office/officeart/2005/8/layout/matrix3"/>
    <dgm:cxn modelId="{14CAF5EF-A794-40AD-88A8-76306DA37CD3}" srcId="{82ED3354-B660-4061-99E0-41F354B58433}" destId="{D62A83E3-905A-47B8-A055-D920E93DB4CA}" srcOrd="1" destOrd="0" parTransId="{E69A7F4A-CC57-4B0B-9AF0-1A7DD70ABA0C}" sibTransId="{DE93732E-40E9-4D6A-AA37-C23E8E6B438F}"/>
    <dgm:cxn modelId="{77EDA974-6738-4E01-BDA5-CCAA0825E373}" type="presParOf" srcId="{665478F7-F312-490A-99F5-CF88F6D01D90}" destId="{07BC1507-28A1-4D94-A35E-22B2C52C8F45}" srcOrd="0" destOrd="0" presId="urn:microsoft.com/office/officeart/2005/8/layout/matrix3"/>
    <dgm:cxn modelId="{78F7446F-47A9-4288-804D-0BDDE5304CEB}" type="presParOf" srcId="{665478F7-F312-490A-99F5-CF88F6D01D90}" destId="{00624547-328E-43B0-AD34-B8EFAE3C818B}" srcOrd="1" destOrd="0" presId="urn:microsoft.com/office/officeart/2005/8/layout/matrix3"/>
    <dgm:cxn modelId="{27DAEEE2-119E-4B38-84A7-0D52924341E3}" type="presParOf" srcId="{665478F7-F312-490A-99F5-CF88F6D01D90}" destId="{BDBFF06C-2965-45BF-9256-2A1D60FB2856}" srcOrd="2" destOrd="0" presId="urn:microsoft.com/office/officeart/2005/8/layout/matrix3"/>
    <dgm:cxn modelId="{B2CEEAF2-21A7-40B4-B2F9-17299B5B7B81}" type="presParOf" srcId="{665478F7-F312-490A-99F5-CF88F6D01D90}" destId="{1F6440AE-A949-4A2A-9E0D-8FE2D5303003}" srcOrd="3" destOrd="0" presId="urn:microsoft.com/office/officeart/2005/8/layout/matrix3"/>
    <dgm:cxn modelId="{C78A9136-EFE1-4B56-9889-9AFC22618AA1}" type="presParOf" srcId="{665478F7-F312-490A-99F5-CF88F6D01D90}" destId="{DDF1FF2A-0A1D-432B-B09A-1394712CFB9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71942C-AAE8-4532-9623-5EA8D73110BE}" type="doc">
      <dgm:prSet loTypeId="urn:microsoft.com/office/officeart/2008/layout/LinedList" loCatId="list" qsTypeId="urn:microsoft.com/office/officeart/2005/8/quickstyle/simple1#27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62F13759-4847-4610-8744-352C39DC6871}">
      <dgm:prSet/>
      <dgm:spPr/>
      <dgm:t>
        <a:bodyPr/>
        <a:lstStyle/>
        <a:p>
          <a:r>
            <a:rPr lang="en-US" dirty="0" err="1"/>
            <a:t>Entiteten</a:t>
          </a:r>
          <a:r>
            <a:rPr lang="en-US" dirty="0"/>
            <a:t> “</a:t>
          </a:r>
          <a:r>
            <a:rPr lang="en-US" dirty="0" err="1"/>
            <a:t>medlem</a:t>
          </a:r>
          <a:r>
            <a:rPr lang="en-US" dirty="0"/>
            <a:t>”</a:t>
          </a:r>
        </a:p>
        <a:p>
          <a:r>
            <a:rPr lang="en-US" dirty="0" err="1"/>
            <a:t>Medlemmar</a:t>
          </a:r>
          <a:r>
            <a:rPr lang="en-US" dirty="0"/>
            <a:t> </a:t>
          </a:r>
          <a:r>
            <a:rPr lang="en-US" dirty="0" err="1"/>
            <a:t>registreras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systemet</a:t>
          </a:r>
          <a:r>
            <a:rPr lang="en-US" dirty="0"/>
            <a:t> och </a:t>
          </a:r>
          <a:r>
            <a:rPr lang="en-US" dirty="0" err="1"/>
            <a:t>finns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detta</a:t>
          </a:r>
          <a:r>
            <a:rPr lang="en-US" dirty="0"/>
            <a:t> </a:t>
          </a:r>
          <a:r>
            <a:rPr lang="en-US" dirty="0" err="1"/>
            <a:t>oavsett</a:t>
          </a:r>
          <a:r>
            <a:rPr lang="en-US" dirty="0"/>
            <a:t> om de </a:t>
          </a:r>
          <a:r>
            <a:rPr lang="en-US" dirty="0" err="1"/>
            <a:t>utför</a:t>
          </a:r>
          <a:r>
            <a:rPr lang="en-US" dirty="0"/>
            <a:t> </a:t>
          </a:r>
          <a:r>
            <a:rPr lang="en-US" dirty="0" err="1"/>
            <a:t>lån</a:t>
          </a:r>
          <a:r>
            <a:rPr lang="en-US" dirty="0"/>
            <a:t>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inte</a:t>
          </a:r>
          <a:r>
            <a:rPr lang="en-US" dirty="0"/>
            <a:t>. </a:t>
          </a:r>
        </a:p>
      </dgm:t>
    </dgm:pt>
    <dgm:pt modelId="{3928D601-8A6C-48E2-B96F-D2160CCCD017}" type="parTrans" cxnId="{F48BC1BA-251C-4843-9A40-6957904A4360}">
      <dgm:prSet/>
      <dgm:spPr/>
      <dgm:t>
        <a:bodyPr/>
        <a:lstStyle/>
        <a:p>
          <a:endParaRPr lang="en-US"/>
        </a:p>
      </dgm:t>
    </dgm:pt>
    <dgm:pt modelId="{73696D0E-8411-45A4-803A-BEDA6BEF4C8B}" type="sibTrans" cxnId="{F48BC1BA-251C-4843-9A40-6957904A4360}">
      <dgm:prSet/>
      <dgm:spPr/>
      <dgm:t>
        <a:bodyPr/>
        <a:lstStyle/>
        <a:p>
          <a:endParaRPr lang="en-US"/>
        </a:p>
      </dgm:t>
    </dgm:pt>
    <dgm:pt modelId="{14B817D3-A802-4E10-8869-27198FB2A3F5}">
      <dgm:prSet/>
      <dgm:spPr/>
      <dgm:t>
        <a:bodyPr/>
        <a:lstStyle/>
        <a:p>
          <a:r>
            <a:rPr lang="en-US" dirty="0"/>
            <a:t>De </a:t>
          </a:r>
          <a:r>
            <a:rPr lang="en-US" dirty="0" err="1"/>
            <a:t>registreras</a:t>
          </a:r>
          <a:r>
            <a:rPr lang="en-US" dirty="0"/>
            <a:t> med </a:t>
          </a:r>
          <a:r>
            <a:rPr lang="en-US" dirty="0" err="1"/>
            <a:t>förnamn</a:t>
          </a:r>
          <a:r>
            <a:rPr lang="en-US" dirty="0"/>
            <a:t>, </a:t>
          </a:r>
          <a:r>
            <a:rPr lang="en-US" dirty="0" err="1"/>
            <a:t>efternamn</a:t>
          </a:r>
          <a:r>
            <a:rPr lang="en-US" dirty="0"/>
            <a:t> </a:t>
          </a:r>
          <a:r>
            <a:rPr lang="en-US" dirty="0" err="1"/>
            <a:t>samt</a:t>
          </a:r>
          <a:r>
            <a:rPr lang="en-US" dirty="0"/>
            <a:t> </a:t>
          </a:r>
          <a:r>
            <a:rPr lang="en-US" dirty="0" err="1"/>
            <a:t>telefonnummer</a:t>
          </a:r>
          <a:r>
            <a:rPr lang="en-US" dirty="0"/>
            <a:t> och </a:t>
          </a:r>
          <a:r>
            <a:rPr lang="en-US" dirty="0" err="1"/>
            <a:t>tilldelas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medlemskaps</a:t>
          </a:r>
          <a:r>
            <a:rPr lang="en-US" dirty="0"/>
            <a:t>-ID. </a:t>
          </a:r>
        </a:p>
      </dgm:t>
    </dgm:pt>
    <dgm:pt modelId="{A4A361AF-4890-4A45-BF27-C20384D4D7B2}" type="parTrans" cxnId="{E6CA713A-42D3-4C2D-996F-2C9FE58685E8}">
      <dgm:prSet/>
      <dgm:spPr/>
      <dgm:t>
        <a:bodyPr/>
        <a:lstStyle/>
        <a:p>
          <a:endParaRPr lang="en-US"/>
        </a:p>
      </dgm:t>
    </dgm:pt>
    <dgm:pt modelId="{1CFAB269-0703-4386-A587-039BFEBBBAAD}" type="sibTrans" cxnId="{E6CA713A-42D3-4C2D-996F-2C9FE58685E8}">
      <dgm:prSet/>
      <dgm:spPr/>
      <dgm:t>
        <a:bodyPr/>
        <a:lstStyle/>
        <a:p>
          <a:endParaRPr lang="en-US"/>
        </a:p>
      </dgm:t>
    </dgm:pt>
    <dgm:pt modelId="{1B358571-4C45-4E4D-B9DA-4FA7B4A68746}">
      <dgm:prSet/>
      <dgm:spPr/>
      <dgm:t>
        <a:bodyPr/>
        <a:lstStyle/>
        <a:p>
          <a:r>
            <a:rPr lang="en-US" dirty="0"/>
            <a:t>En </a:t>
          </a:r>
          <a:r>
            <a:rPr lang="en-US" dirty="0" err="1"/>
            <a:t>medlem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låna</a:t>
          </a:r>
          <a:r>
            <a:rPr lang="en-US" dirty="0"/>
            <a:t> </a:t>
          </a:r>
          <a:r>
            <a:rPr lang="en-US" dirty="0" err="1"/>
            <a:t>flera</a:t>
          </a:r>
          <a:r>
            <a:rPr lang="en-US" dirty="0"/>
            <a:t> </a:t>
          </a:r>
          <a:r>
            <a:rPr lang="en-US" dirty="0" err="1"/>
            <a:t>böcker</a:t>
          </a:r>
          <a:r>
            <a:rPr lang="en-US" dirty="0"/>
            <a:t>, men </a:t>
          </a:r>
          <a:r>
            <a:rPr lang="en-US" dirty="0" err="1"/>
            <a:t>varje</a:t>
          </a:r>
          <a:r>
            <a:rPr lang="en-US" dirty="0"/>
            <a:t> exemplar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endast</a:t>
          </a:r>
          <a:r>
            <a:rPr lang="en-US" dirty="0"/>
            <a:t> </a:t>
          </a:r>
          <a:r>
            <a:rPr lang="en-US" dirty="0" err="1"/>
            <a:t>lånas</a:t>
          </a:r>
          <a:r>
            <a:rPr lang="en-US" dirty="0"/>
            <a:t> av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medlem</a:t>
          </a:r>
          <a:r>
            <a:rPr lang="en-US" dirty="0"/>
            <a:t> </a:t>
          </a:r>
          <a:r>
            <a:rPr lang="en-US" dirty="0" err="1"/>
            <a:t>åt</a:t>
          </a:r>
          <a:r>
            <a:rPr lang="en-US" dirty="0"/>
            <a:t> </a:t>
          </a:r>
          <a:r>
            <a:rPr lang="en-US" dirty="0" err="1"/>
            <a:t>gången</a:t>
          </a:r>
          <a:r>
            <a:rPr lang="en-US" dirty="0"/>
            <a:t>.</a:t>
          </a:r>
        </a:p>
      </dgm:t>
    </dgm:pt>
    <dgm:pt modelId="{6AC789A2-B099-4722-ABE0-596EA72E5675}" type="parTrans" cxnId="{EE5DCCB0-4E51-4C5C-8825-B4DC54331FC8}">
      <dgm:prSet/>
      <dgm:spPr/>
      <dgm:t>
        <a:bodyPr/>
        <a:lstStyle/>
        <a:p>
          <a:endParaRPr lang="en-US"/>
        </a:p>
      </dgm:t>
    </dgm:pt>
    <dgm:pt modelId="{63468F4E-BFD1-4FCF-AB1C-58BA44651802}" type="sibTrans" cxnId="{EE5DCCB0-4E51-4C5C-8825-B4DC54331FC8}">
      <dgm:prSet/>
      <dgm:spPr/>
      <dgm:t>
        <a:bodyPr/>
        <a:lstStyle/>
        <a:p>
          <a:endParaRPr lang="en-US"/>
        </a:p>
      </dgm:t>
    </dgm:pt>
    <dgm:pt modelId="{C2D59B53-1BF5-4D4E-B13A-E1B64ABF71C3}">
      <dgm:prSet/>
      <dgm:spPr/>
      <dgm:t>
        <a:bodyPr/>
        <a:lstStyle/>
        <a:p>
          <a:r>
            <a:rPr lang="en-US" dirty="0" err="1"/>
            <a:t>När</a:t>
          </a:r>
          <a:r>
            <a:rPr lang="en-US" dirty="0"/>
            <a:t> </a:t>
          </a:r>
          <a:r>
            <a:rPr lang="en-US" dirty="0" err="1"/>
            <a:t>medlemmen</a:t>
          </a:r>
          <a:r>
            <a:rPr lang="en-US" dirty="0"/>
            <a:t> </a:t>
          </a:r>
          <a:r>
            <a:rPr lang="en-US" dirty="0" err="1"/>
            <a:t>utför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lån</a:t>
          </a:r>
          <a:r>
            <a:rPr lang="en-US" dirty="0"/>
            <a:t> </a:t>
          </a:r>
          <a:r>
            <a:rPr lang="en-US" dirty="0" err="1"/>
            <a:t>så</a:t>
          </a:r>
          <a:r>
            <a:rPr lang="en-US" dirty="0"/>
            <a:t> </a:t>
          </a:r>
          <a:r>
            <a:rPr lang="en-US" dirty="0" err="1"/>
            <a:t>tilldelas</a:t>
          </a:r>
          <a:r>
            <a:rPr lang="en-US" dirty="0"/>
            <a:t> </a:t>
          </a:r>
          <a:r>
            <a:rPr lang="en-US" dirty="0" err="1"/>
            <a:t>personen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återlämningsdatum</a:t>
          </a:r>
          <a:r>
            <a:rPr lang="en-US" dirty="0"/>
            <a:t> - den </a:t>
          </a:r>
          <a:r>
            <a:rPr lang="en-US" dirty="0" err="1"/>
            <a:t>tiden</a:t>
          </a:r>
          <a:r>
            <a:rPr lang="en-US" dirty="0"/>
            <a:t> </a:t>
          </a:r>
          <a:r>
            <a:rPr lang="en-US" dirty="0" err="1"/>
            <a:t>boken</a:t>
          </a:r>
          <a:r>
            <a:rPr lang="en-US" dirty="0"/>
            <a:t> </a:t>
          </a:r>
          <a:r>
            <a:rPr lang="en-US" dirty="0" err="1"/>
            <a:t>senast</a:t>
          </a:r>
          <a:r>
            <a:rPr lang="en-US" dirty="0"/>
            <a:t> ska </a:t>
          </a:r>
          <a:r>
            <a:rPr lang="en-US" dirty="0" err="1"/>
            <a:t>vara</a:t>
          </a:r>
          <a:r>
            <a:rPr lang="en-US" dirty="0"/>
            <a:t> </a:t>
          </a:r>
          <a:r>
            <a:rPr lang="en-US" dirty="0" err="1"/>
            <a:t>tillbaka</a:t>
          </a:r>
          <a:r>
            <a:rPr lang="en-US" dirty="0"/>
            <a:t> till </a:t>
          </a:r>
          <a:r>
            <a:rPr lang="en-US" dirty="0" err="1"/>
            <a:t>biblioteket</a:t>
          </a:r>
          <a:r>
            <a:rPr lang="en-US" dirty="0"/>
            <a:t>.</a:t>
          </a:r>
        </a:p>
      </dgm:t>
    </dgm:pt>
    <dgm:pt modelId="{A55BD916-77F5-4B91-AF00-9C80E8B649EC}" type="parTrans" cxnId="{ECC29DC9-A5CE-4A87-8F52-795DF60C6F7B}">
      <dgm:prSet/>
      <dgm:spPr/>
      <dgm:t>
        <a:bodyPr/>
        <a:lstStyle/>
        <a:p>
          <a:endParaRPr lang="en-US"/>
        </a:p>
      </dgm:t>
    </dgm:pt>
    <dgm:pt modelId="{FA5B825C-99E9-4904-9745-AF1531DD9EE8}" type="sibTrans" cxnId="{ECC29DC9-A5CE-4A87-8F52-795DF60C6F7B}">
      <dgm:prSet/>
      <dgm:spPr/>
      <dgm:t>
        <a:bodyPr/>
        <a:lstStyle/>
        <a:p>
          <a:endParaRPr lang="en-US"/>
        </a:p>
      </dgm:t>
    </dgm:pt>
    <dgm:pt modelId="{FE59E988-7EFF-454D-8FE4-3056F8A8AC25}">
      <dgm:prSet/>
      <dgm:spPr/>
      <dgm:t>
        <a:bodyPr/>
        <a:lstStyle/>
        <a:p>
          <a:r>
            <a:rPr lang="en-US" dirty="0"/>
            <a:t>En </a:t>
          </a:r>
          <a:r>
            <a:rPr lang="en-US" dirty="0" err="1"/>
            <a:t>medlem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göra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flera</a:t>
          </a:r>
          <a:r>
            <a:rPr lang="en-US" dirty="0"/>
            <a:t> </a:t>
          </a:r>
          <a:r>
            <a:rPr lang="en-US" dirty="0" err="1"/>
            <a:t>lånetransaktioner</a:t>
          </a:r>
          <a:r>
            <a:rPr lang="en-US" dirty="0"/>
            <a:t>.</a:t>
          </a:r>
        </a:p>
      </dgm:t>
    </dgm:pt>
    <dgm:pt modelId="{86B9DEE4-E8E7-4A23-B378-C08510435688}" type="parTrans" cxnId="{A732F279-D142-488C-94D7-FF737A0CD0EF}">
      <dgm:prSet/>
      <dgm:spPr/>
      <dgm:t>
        <a:bodyPr/>
        <a:lstStyle/>
        <a:p>
          <a:endParaRPr lang="en-US"/>
        </a:p>
      </dgm:t>
    </dgm:pt>
    <dgm:pt modelId="{0713BAEF-1870-4878-9FA1-A76A755F330B}" type="sibTrans" cxnId="{A732F279-D142-488C-94D7-FF737A0CD0EF}">
      <dgm:prSet/>
      <dgm:spPr/>
      <dgm:t>
        <a:bodyPr/>
        <a:lstStyle/>
        <a:p>
          <a:endParaRPr lang="en-US"/>
        </a:p>
      </dgm:t>
    </dgm:pt>
    <dgm:pt modelId="{7E4A8783-C250-4185-B69D-F7016382B25F}" type="pres">
      <dgm:prSet presAssocID="{7B71942C-AAE8-4532-9623-5EA8D73110BE}" presName="vert0" presStyleCnt="0">
        <dgm:presLayoutVars>
          <dgm:dir/>
          <dgm:animOne val="branch"/>
          <dgm:animLvl val="lvl"/>
        </dgm:presLayoutVars>
      </dgm:prSet>
      <dgm:spPr/>
    </dgm:pt>
    <dgm:pt modelId="{77047DA4-1A26-48BC-B730-A4C7D4B15629}" type="pres">
      <dgm:prSet presAssocID="{62F13759-4847-4610-8744-352C39DC6871}" presName="thickLine" presStyleLbl="alignNode1" presStyleIdx="0" presStyleCnt="5"/>
      <dgm:spPr/>
    </dgm:pt>
    <dgm:pt modelId="{7C4F29DF-A019-4A12-86CB-A59AD712888D}" type="pres">
      <dgm:prSet presAssocID="{62F13759-4847-4610-8744-352C39DC6871}" presName="horz1" presStyleCnt="0"/>
      <dgm:spPr/>
    </dgm:pt>
    <dgm:pt modelId="{18EB5EF9-5D2E-4261-9CC8-62153C2C0636}" type="pres">
      <dgm:prSet presAssocID="{62F13759-4847-4610-8744-352C39DC6871}" presName="tx1" presStyleLbl="revTx" presStyleIdx="0" presStyleCnt="5"/>
      <dgm:spPr/>
    </dgm:pt>
    <dgm:pt modelId="{34397CBE-BC3C-41AC-9699-2232836AD6E3}" type="pres">
      <dgm:prSet presAssocID="{62F13759-4847-4610-8744-352C39DC6871}" presName="vert1" presStyleCnt="0"/>
      <dgm:spPr/>
    </dgm:pt>
    <dgm:pt modelId="{F15B1D2F-D7B9-4D1B-A10E-6479CA973DCE}" type="pres">
      <dgm:prSet presAssocID="{14B817D3-A802-4E10-8869-27198FB2A3F5}" presName="thickLine" presStyleLbl="alignNode1" presStyleIdx="1" presStyleCnt="5"/>
      <dgm:spPr/>
    </dgm:pt>
    <dgm:pt modelId="{BF4B2225-D2B2-4C8D-A304-C41750A2FB3A}" type="pres">
      <dgm:prSet presAssocID="{14B817D3-A802-4E10-8869-27198FB2A3F5}" presName="horz1" presStyleCnt="0"/>
      <dgm:spPr/>
    </dgm:pt>
    <dgm:pt modelId="{D8A9EF67-9777-4830-8B6D-D215979A826B}" type="pres">
      <dgm:prSet presAssocID="{14B817D3-A802-4E10-8869-27198FB2A3F5}" presName="tx1" presStyleLbl="revTx" presStyleIdx="1" presStyleCnt="5"/>
      <dgm:spPr/>
    </dgm:pt>
    <dgm:pt modelId="{A230985B-7583-48B6-B512-A31FA209CD23}" type="pres">
      <dgm:prSet presAssocID="{14B817D3-A802-4E10-8869-27198FB2A3F5}" presName="vert1" presStyleCnt="0"/>
      <dgm:spPr/>
    </dgm:pt>
    <dgm:pt modelId="{EFC18322-56E8-49FD-91D7-E6F801052175}" type="pres">
      <dgm:prSet presAssocID="{1B358571-4C45-4E4D-B9DA-4FA7B4A68746}" presName="thickLine" presStyleLbl="alignNode1" presStyleIdx="2" presStyleCnt="5"/>
      <dgm:spPr/>
    </dgm:pt>
    <dgm:pt modelId="{FD0CC5EC-78A4-490F-9338-44D3CE1E5324}" type="pres">
      <dgm:prSet presAssocID="{1B358571-4C45-4E4D-B9DA-4FA7B4A68746}" presName="horz1" presStyleCnt="0"/>
      <dgm:spPr/>
    </dgm:pt>
    <dgm:pt modelId="{F77485DF-C6E0-4DC1-A149-D9166BBF43F8}" type="pres">
      <dgm:prSet presAssocID="{1B358571-4C45-4E4D-B9DA-4FA7B4A68746}" presName="tx1" presStyleLbl="revTx" presStyleIdx="2" presStyleCnt="5"/>
      <dgm:spPr/>
    </dgm:pt>
    <dgm:pt modelId="{F986F062-EC09-41C9-AAB2-5EBCA5643499}" type="pres">
      <dgm:prSet presAssocID="{1B358571-4C45-4E4D-B9DA-4FA7B4A68746}" presName="vert1" presStyleCnt="0"/>
      <dgm:spPr/>
    </dgm:pt>
    <dgm:pt modelId="{6A9B71DD-F68D-4348-A6DE-1444A009098E}" type="pres">
      <dgm:prSet presAssocID="{C2D59B53-1BF5-4D4E-B13A-E1B64ABF71C3}" presName="thickLine" presStyleLbl="alignNode1" presStyleIdx="3" presStyleCnt="5"/>
      <dgm:spPr/>
    </dgm:pt>
    <dgm:pt modelId="{DFE1BE65-0DFC-483B-B230-C0B87D68B0A9}" type="pres">
      <dgm:prSet presAssocID="{C2D59B53-1BF5-4D4E-B13A-E1B64ABF71C3}" presName="horz1" presStyleCnt="0"/>
      <dgm:spPr/>
    </dgm:pt>
    <dgm:pt modelId="{D23EF005-E78D-4ACB-B9B6-C474501624E6}" type="pres">
      <dgm:prSet presAssocID="{C2D59B53-1BF5-4D4E-B13A-E1B64ABF71C3}" presName="tx1" presStyleLbl="revTx" presStyleIdx="3" presStyleCnt="5"/>
      <dgm:spPr/>
    </dgm:pt>
    <dgm:pt modelId="{A651C737-CFC5-45B0-B181-DF8FABB6A024}" type="pres">
      <dgm:prSet presAssocID="{C2D59B53-1BF5-4D4E-B13A-E1B64ABF71C3}" presName="vert1" presStyleCnt="0"/>
      <dgm:spPr/>
    </dgm:pt>
    <dgm:pt modelId="{17FFA68D-95E8-4A2C-A322-E58B139221C7}" type="pres">
      <dgm:prSet presAssocID="{FE59E988-7EFF-454D-8FE4-3056F8A8AC25}" presName="thickLine" presStyleLbl="alignNode1" presStyleIdx="4" presStyleCnt="5"/>
      <dgm:spPr/>
    </dgm:pt>
    <dgm:pt modelId="{2216AFE2-4959-4CF5-95E5-37BA9B38B85C}" type="pres">
      <dgm:prSet presAssocID="{FE59E988-7EFF-454D-8FE4-3056F8A8AC25}" presName="horz1" presStyleCnt="0"/>
      <dgm:spPr/>
    </dgm:pt>
    <dgm:pt modelId="{C3F7DAC6-1B52-454D-8F3B-4A47351C8D31}" type="pres">
      <dgm:prSet presAssocID="{FE59E988-7EFF-454D-8FE4-3056F8A8AC25}" presName="tx1" presStyleLbl="revTx" presStyleIdx="4" presStyleCnt="5"/>
      <dgm:spPr/>
    </dgm:pt>
    <dgm:pt modelId="{95E745FA-2605-4FD2-B70E-28D4478104A0}" type="pres">
      <dgm:prSet presAssocID="{FE59E988-7EFF-454D-8FE4-3056F8A8AC25}" presName="vert1" presStyleCnt="0"/>
      <dgm:spPr/>
    </dgm:pt>
  </dgm:ptLst>
  <dgm:cxnLst>
    <dgm:cxn modelId="{00CAE010-E488-45D2-A1EE-F7C5B43D8A6C}" type="presOf" srcId="{C2D59B53-1BF5-4D4E-B13A-E1B64ABF71C3}" destId="{D23EF005-E78D-4ACB-B9B6-C474501624E6}" srcOrd="0" destOrd="0" presId="urn:microsoft.com/office/officeart/2008/layout/LinedList"/>
    <dgm:cxn modelId="{E6CA713A-42D3-4C2D-996F-2C9FE58685E8}" srcId="{7B71942C-AAE8-4532-9623-5EA8D73110BE}" destId="{14B817D3-A802-4E10-8869-27198FB2A3F5}" srcOrd="1" destOrd="0" parTransId="{A4A361AF-4890-4A45-BF27-C20384D4D7B2}" sibTransId="{1CFAB269-0703-4386-A587-039BFEBBBAAD}"/>
    <dgm:cxn modelId="{59ABBE5D-5CEA-4519-A747-FD29D966BAF7}" type="presOf" srcId="{14B817D3-A802-4E10-8869-27198FB2A3F5}" destId="{D8A9EF67-9777-4830-8B6D-D215979A826B}" srcOrd="0" destOrd="0" presId="urn:microsoft.com/office/officeart/2008/layout/LinedList"/>
    <dgm:cxn modelId="{BB548761-2510-42F3-8176-FA2FE95734E7}" type="presOf" srcId="{FE59E988-7EFF-454D-8FE4-3056F8A8AC25}" destId="{C3F7DAC6-1B52-454D-8F3B-4A47351C8D31}" srcOrd="0" destOrd="0" presId="urn:microsoft.com/office/officeart/2008/layout/LinedList"/>
    <dgm:cxn modelId="{77834E76-3DFC-4F85-A260-1EB5433FAF32}" type="presOf" srcId="{1B358571-4C45-4E4D-B9DA-4FA7B4A68746}" destId="{F77485DF-C6E0-4DC1-A149-D9166BBF43F8}" srcOrd="0" destOrd="0" presId="urn:microsoft.com/office/officeart/2008/layout/LinedList"/>
    <dgm:cxn modelId="{A732F279-D142-488C-94D7-FF737A0CD0EF}" srcId="{7B71942C-AAE8-4532-9623-5EA8D73110BE}" destId="{FE59E988-7EFF-454D-8FE4-3056F8A8AC25}" srcOrd="4" destOrd="0" parTransId="{86B9DEE4-E8E7-4A23-B378-C08510435688}" sibTransId="{0713BAEF-1870-4878-9FA1-A76A755F330B}"/>
    <dgm:cxn modelId="{6978FD7C-2C62-428A-B5FD-14D97ABEA4BC}" type="presOf" srcId="{7B71942C-AAE8-4532-9623-5EA8D73110BE}" destId="{7E4A8783-C250-4185-B69D-F7016382B25F}" srcOrd="0" destOrd="0" presId="urn:microsoft.com/office/officeart/2008/layout/LinedList"/>
    <dgm:cxn modelId="{EE5DCCB0-4E51-4C5C-8825-B4DC54331FC8}" srcId="{7B71942C-AAE8-4532-9623-5EA8D73110BE}" destId="{1B358571-4C45-4E4D-B9DA-4FA7B4A68746}" srcOrd="2" destOrd="0" parTransId="{6AC789A2-B099-4722-ABE0-596EA72E5675}" sibTransId="{63468F4E-BFD1-4FCF-AB1C-58BA44651802}"/>
    <dgm:cxn modelId="{F48BC1BA-251C-4843-9A40-6957904A4360}" srcId="{7B71942C-AAE8-4532-9623-5EA8D73110BE}" destId="{62F13759-4847-4610-8744-352C39DC6871}" srcOrd="0" destOrd="0" parTransId="{3928D601-8A6C-48E2-B96F-D2160CCCD017}" sibTransId="{73696D0E-8411-45A4-803A-BEDA6BEF4C8B}"/>
    <dgm:cxn modelId="{ECC29DC9-A5CE-4A87-8F52-795DF60C6F7B}" srcId="{7B71942C-AAE8-4532-9623-5EA8D73110BE}" destId="{C2D59B53-1BF5-4D4E-B13A-E1B64ABF71C3}" srcOrd="3" destOrd="0" parTransId="{A55BD916-77F5-4B91-AF00-9C80E8B649EC}" sibTransId="{FA5B825C-99E9-4904-9745-AF1531DD9EE8}"/>
    <dgm:cxn modelId="{A11EA8D3-2811-4A0E-8BEF-338FFFA567D3}" type="presOf" srcId="{62F13759-4847-4610-8744-352C39DC6871}" destId="{18EB5EF9-5D2E-4261-9CC8-62153C2C0636}" srcOrd="0" destOrd="0" presId="urn:microsoft.com/office/officeart/2008/layout/LinedList"/>
    <dgm:cxn modelId="{EC4C8FF2-0498-411F-9FD9-65481AD602BE}" type="presParOf" srcId="{7E4A8783-C250-4185-B69D-F7016382B25F}" destId="{77047DA4-1A26-48BC-B730-A4C7D4B15629}" srcOrd="0" destOrd="0" presId="urn:microsoft.com/office/officeart/2008/layout/LinedList"/>
    <dgm:cxn modelId="{F38E4715-0179-4C68-B248-1DF17D747E67}" type="presParOf" srcId="{7E4A8783-C250-4185-B69D-F7016382B25F}" destId="{7C4F29DF-A019-4A12-86CB-A59AD712888D}" srcOrd="1" destOrd="0" presId="urn:microsoft.com/office/officeart/2008/layout/LinedList"/>
    <dgm:cxn modelId="{91A3C0CA-1829-4A1B-AA29-790CE2CB86CE}" type="presParOf" srcId="{7C4F29DF-A019-4A12-86CB-A59AD712888D}" destId="{18EB5EF9-5D2E-4261-9CC8-62153C2C0636}" srcOrd="0" destOrd="0" presId="urn:microsoft.com/office/officeart/2008/layout/LinedList"/>
    <dgm:cxn modelId="{D797C44B-46F8-4CCC-A390-8AE52CBFF5D1}" type="presParOf" srcId="{7C4F29DF-A019-4A12-86CB-A59AD712888D}" destId="{34397CBE-BC3C-41AC-9699-2232836AD6E3}" srcOrd="1" destOrd="0" presId="urn:microsoft.com/office/officeart/2008/layout/LinedList"/>
    <dgm:cxn modelId="{24C68804-5041-4579-8C46-6A348276C32E}" type="presParOf" srcId="{7E4A8783-C250-4185-B69D-F7016382B25F}" destId="{F15B1D2F-D7B9-4D1B-A10E-6479CA973DCE}" srcOrd="2" destOrd="0" presId="urn:microsoft.com/office/officeart/2008/layout/LinedList"/>
    <dgm:cxn modelId="{94BFF3A5-FAA5-4758-8C32-96C77454AE9B}" type="presParOf" srcId="{7E4A8783-C250-4185-B69D-F7016382B25F}" destId="{BF4B2225-D2B2-4C8D-A304-C41750A2FB3A}" srcOrd="3" destOrd="0" presId="urn:microsoft.com/office/officeart/2008/layout/LinedList"/>
    <dgm:cxn modelId="{2FC6B7B1-A40F-4EB1-99A4-D64C2CB69014}" type="presParOf" srcId="{BF4B2225-D2B2-4C8D-A304-C41750A2FB3A}" destId="{D8A9EF67-9777-4830-8B6D-D215979A826B}" srcOrd="0" destOrd="0" presId="urn:microsoft.com/office/officeart/2008/layout/LinedList"/>
    <dgm:cxn modelId="{007DCFB4-0A6A-4400-8F10-8D8FE6E18667}" type="presParOf" srcId="{BF4B2225-D2B2-4C8D-A304-C41750A2FB3A}" destId="{A230985B-7583-48B6-B512-A31FA209CD23}" srcOrd="1" destOrd="0" presId="urn:microsoft.com/office/officeart/2008/layout/LinedList"/>
    <dgm:cxn modelId="{4A5DC9DE-2851-4E92-9092-49BE1BED83B0}" type="presParOf" srcId="{7E4A8783-C250-4185-B69D-F7016382B25F}" destId="{EFC18322-56E8-49FD-91D7-E6F801052175}" srcOrd="4" destOrd="0" presId="urn:microsoft.com/office/officeart/2008/layout/LinedList"/>
    <dgm:cxn modelId="{BC9E2F7F-0D7A-4385-9CCD-D9E7BCBDEF9C}" type="presParOf" srcId="{7E4A8783-C250-4185-B69D-F7016382B25F}" destId="{FD0CC5EC-78A4-490F-9338-44D3CE1E5324}" srcOrd="5" destOrd="0" presId="urn:microsoft.com/office/officeart/2008/layout/LinedList"/>
    <dgm:cxn modelId="{83C7107D-063B-4479-B7A2-DA98EB513C38}" type="presParOf" srcId="{FD0CC5EC-78A4-490F-9338-44D3CE1E5324}" destId="{F77485DF-C6E0-4DC1-A149-D9166BBF43F8}" srcOrd="0" destOrd="0" presId="urn:microsoft.com/office/officeart/2008/layout/LinedList"/>
    <dgm:cxn modelId="{45E9B85C-1AE3-46F5-B77A-B39E66A57066}" type="presParOf" srcId="{FD0CC5EC-78A4-490F-9338-44D3CE1E5324}" destId="{F986F062-EC09-41C9-AAB2-5EBCA5643499}" srcOrd="1" destOrd="0" presId="urn:microsoft.com/office/officeart/2008/layout/LinedList"/>
    <dgm:cxn modelId="{D71048C5-A344-4A2A-8106-8C938D13DE8B}" type="presParOf" srcId="{7E4A8783-C250-4185-B69D-F7016382B25F}" destId="{6A9B71DD-F68D-4348-A6DE-1444A009098E}" srcOrd="6" destOrd="0" presId="urn:microsoft.com/office/officeart/2008/layout/LinedList"/>
    <dgm:cxn modelId="{064A742C-A5C7-4A08-8CC3-442BC97B2D51}" type="presParOf" srcId="{7E4A8783-C250-4185-B69D-F7016382B25F}" destId="{DFE1BE65-0DFC-483B-B230-C0B87D68B0A9}" srcOrd="7" destOrd="0" presId="urn:microsoft.com/office/officeart/2008/layout/LinedList"/>
    <dgm:cxn modelId="{48DB72F3-64F3-4DFA-8AB7-5BE9A286ED47}" type="presParOf" srcId="{DFE1BE65-0DFC-483B-B230-C0B87D68B0A9}" destId="{D23EF005-E78D-4ACB-B9B6-C474501624E6}" srcOrd="0" destOrd="0" presId="urn:microsoft.com/office/officeart/2008/layout/LinedList"/>
    <dgm:cxn modelId="{FE37B0D0-2CA4-43AF-BA7B-C372A9EC01C4}" type="presParOf" srcId="{DFE1BE65-0DFC-483B-B230-C0B87D68B0A9}" destId="{A651C737-CFC5-45B0-B181-DF8FABB6A024}" srcOrd="1" destOrd="0" presId="urn:microsoft.com/office/officeart/2008/layout/LinedList"/>
    <dgm:cxn modelId="{1499EC03-FDC4-4EB8-A9BA-E0CA0CA677F7}" type="presParOf" srcId="{7E4A8783-C250-4185-B69D-F7016382B25F}" destId="{17FFA68D-95E8-4A2C-A322-E58B139221C7}" srcOrd="8" destOrd="0" presId="urn:microsoft.com/office/officeart/2008/layout/LinedList"/>
    <dgm:cxn modelId="{22E1F358-6D78-42DE-B658-F5E3DCD776FC}" type="presParOf" srcId="{7E4A8783-C250-4185-B69D-F7016382B25F}" destId="{2216AFE2-4959-4CF5-95E5-37BA9B38B85C}" srcOrd="9" destOrd="0" presId="urn:microsoft.com/office/officeart/2008/layout/LinedList"/>
    <dgm:cxn modelId="{9260E1AE-2DCE-43D3-86CA-08824EE7D1CD}" type="presParOf" srcId="{2216AFE2-4959-4CF5-95E5-37BA9B38B85C}" destId="{C3F7DAC6-1B52-454D-8F3B-4A47351C8D31}" srcOrd="0" destOrd="0" presId="urn:microsoft.com/office/officeart/2008/layout/LinedList"/>
    <dgm:cxn modelId="{14113874-67EB-4316-AF28-980525D36893}" type="presParOf" srcId="{2216AFE2-4959-4CF5-95E5-37BA9B38B85C}" destId="{95E745FA-2605-4FD2-B70E-28D4478104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97062A-90D2-4C5D-8141-6E1885DDE0B7}" type="doc">
      <dgm:prSet loTypeId="urn:microsoft.com/office/officeart/2008/layout/LinedList" loCatId="list" qsTypeId="urn:microsoft.com/office/officeart/2005/8/quickstyle/simple1#45" qsCatId="simple" csTypeId="urn:microsoft.com/office/officeart/2005/8/colors/colorful2#8" csCatId="colorful" phldr="1"/>
      <dgm:spPr/>
      <dgm:t>
        <a:bodyPr/>
        <a:lstStyle/>
        <a:p>
          <a:endParaRPr lang="en-US"/>
        </a:p>
      </dgm:t>
    </dgm:pt>
    <dgm:pt modelId="{C472CD79-C462-4D24-ACE6-DED87B4BB308}">
      <dgm:prSet/>
      <dgm:spPr/>
      <dgm:t>
        <a:bodyPr/>
        <a:lstStyle/>
        <a:p>
          <a:r>
            <a:rPr lang="en-US" dirty="0" err="1"/>
            <a:t>Entiteten</a:t>
          </a:r>
          <a:r>
            <a:rPr lang="en-US" dirty="0"/>
            <a:t> “</a:t>
          </a:r>
          <a:r>
            <a:rPr lang="en-US" dirty="0" err="1"/>
            <a:t>lånetransaktion</a:t>
          </a:r>
          <a:r>
            <a:rPr lang="en-US" dirty="0"/>
            <a:t>” - </a:t>
          </a:r>
          <a:r>
            <a:rPr lang="en-US" dirty="0" err="1"/>
            <a:t>själva</a:t>
          </a:r>
          <a:r>
            <a:rPr lang="en-US" dirty="0"/>
            <a:t> </a:t>
          </a:r>
          <a:r>
            <a:rPr lang="en-US" dirty="0" err="1"/>
            <a:t>kvittot</a:t>
          </a:r>
          <a:r>
            <a:rPr lang="en-US" dirty="0"/>
            <a:t> </a:t>
          </a:r>
          <a:r>
            <a:rPr lang="en-US" dirty="0" err="1"/>
            <a:t>när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medlem</a:t>
          </a:r>
          <a:r>
            <a:rPr lang="en-US" dirty="0"/>
            <a:t> </a:t>
          </a:r>
          <a:r>
            <a:rPr lang="en-US" dirty="0" err="1"/>
            <a:t>utför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flera</a:t>
          </a:r>
          <a:r>
            <a:rPr lang="en-US" dirty="0"/>
            <a:t> </a:t>
          </a:r>
          <a:r>
            <a:rPr lang="en-US" dirty="0" err="1"/>
            <a:t>lån</a:t>
          </a:r>
          <a:r>
            <a:rPr lang="en-US" dirty="0"/>
            <a:t>.</a:t>
          </a:r>
        </a:p>
      </dgm:t>
    </dgm:pt>
    <dgm:pt modelId="{85313995-0FC4-42D7-BFBC-A68421C76C45}" type="parTrans" cxnId="{3F21345C-4B98-4054-BEA2-281ED220EB7B}">
      <dgm:prSet/>
      <dgm:spPr/>
      <dgm:t>
        <a:bodyPr/>
        <a:lstStyle/>
        <a:p>
          <a:endParaRPr lang="en-US"/>
        </a:p>
      </dgm:t>
    </dgm:pt>
    <dgm:pt modelId="{5AD7C8CC-73BA-44DB-B7DD-D449836B4211}" type="sibTrans" cxnId="{3F21345C-4B98-4054-BEA2-281ED220EB7B}">
      <dgm:prSet/>
      <dgm:spPr/>
      <dgm:t>
        <a:bodyPr/>
        <a:lstStyle/>
        <a:p>
          <a:endParaRPr lang="en-US"/>
        </a:p>
      </dgm:t>
    </dgm:pt>
    <dgm:pt modelId="{65C50975-8B9B-4A12-AC2F-8E45F1B6E2DD}">
      <dgm:prSet/>
      <dgm:spPr/>
      <dgm:t>
        <a:bodyPr/>
        <a:lstStyle/>
        <a:p>
          <a:r>
            <a:rPr lang="en-US" dirty="0" err="1"/>
            <a:t>På</a:t>
          </a:r>
          <a:r>
            <a:rPr lang="en-US" dirty="0"/>
            <a:t> </a:t>
          </a:r>
          <a:r>
            <a:rPr lang="en-US" dirty="0" err="1"/>
            <a:t>kvittot</a:t>
          </a:r>
          <a:r>
            <a:rPr lang="en-US" dirty="0"/>
            <a:t> </a:t>
          </a:r>
          <a:r>
            <a:rPr lang="en-US" dirty="0" err="1"/>
            <a:t>registreras</a:t>
          </a:r>
          <a:r>
            <a:rPr lang="en-US" dirty="0"/>
            <a:t> </a:t>
          </a:r>
          <a:r>
            <a:rPr lang="en-US" dirty="0" err="1"/>
            <a:t>återlämningsdatumet</a:t>
          </a:r>
          <a:r>
            <a:rPr lang="en-US" dirty="0"/>
            <a:t>. Under </a:t>
          </a:r>
          <a:r>
            <a:rPr lang="en-US" dirty="0" err="1"/>
            <a:t>pågående</a:t>
          </a:r>
          <a:r>
            <a:rPr lang="en-US" dirty="0"/>
            <a:t> </a:t>
          </a:r>
          <a:r>
            <a:rPr lang="en-US" dirty="0" err="1"/>
            <a:t>lån</a:t>
          </a:r>
          <a:r>
            <a:rPr lang="en-US" dirty="0"/>
            <a:t> och </a:t>
          </a:r>
          <a:r>
            <a:rPr lang="en-US" dirty="0" err="1"/>
            <a:t>fram</a:t>
          </a:r>
          <a:r>
            <a:rPr lang="en-US" dirty="0"/>
            <a:t> tills </a:t>
          </a:r>
          <a:r>
            <a:rPr lang="en-US" dirty="0" err="1"/>
            <a:t>dess</a:t>
          </a:r>
          <a:r>
            <a:rPr lang="en-US" dirty="0"/>
            <a:t> </a:t>
          </a:r>
          <a:r>
            <a:rPr lang="en-US" dirty="0" err="1"/>
            <a:t>boken</a:t>
          </a:r>
          <a:r>
            <a:rPr lang="en-US" dirty="0"/>
            <a:t> </a:t>
          </a:r>
          <a:r>
            <a:rPr lang="en-US" dirty="0" err="1"/>
            <a:t>lämnats</a:t>
          </a:r>
          <a:r>
            <a:rPr lang="en-US" dirty="0"/>
            <a:t> </a:t>
          </a:r>
          <a:r>
            <a:rPr lang="en-US" dirty="0" err="1"/>
            <a:t>tillbaka</a:t>
          </a:r>
          <a:r>
            <a:rPr lang="en-US" dirty="0"/>
            <a:t> </a:t>
          </a:r>
          <a:r>
            <a:rPr lang="en-US" dirty="0" err="1"/>
            <a:t>så</a:t>
          </a:r>
          <a:r>
            <a:rPr lang="en-US" dirty="0"/>
            <a:t> ligger den </a:t>
          </a:r>
          <a:r>
            <a:rPr lang="en-US" dirty="0" err="1"/>
            <a:t>registrerad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tomt</a:t>
          </a:r>
          <a:r>
            <a:rPr lang="en-US" dirty="0"/>
            <a:t> (NULL)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systemet</a:t>
          </a:r>
          <a:r>
            <a:rPr lang="en-US" dirty="0"/>
            <a:t>.</a:t>
          </a:r>
        </a:p>
      </dgm:t>
    </dgm:pt>
    <dgm:pt modelId="{0E0A2A6C-6855-48F8-89E6-38D3D7771D0B}" type="parTrans" cxnId="{8C2F47AE-B20E-4005-8112-A6A40354DB16}">
      <dgm:prSet/>
      <dgm:spPr/>
      <dgm:t>
        <a:bodyPr/>
        <a:lstStyle/>
        <a:p>
          <a:endParaRPr lang="en-US"/>
        </a:p>
      </dgm:t>
    </dgm:pt>
    <dgm:pt modelId="{27AB4E11-7CC1-4055-8AFF-AFCE490FC11C}" type="sibTrans" cxnId="{8C2F47AE-B20E-4005-8112-A6A40354DB16}">
      <dgm:prSet/>
      <dgm:spPr/>
      <dgm:t>
        <a:bodyPr/>
        <a:lstStyle/>
        <a:p>
          <a:endParaRPr lang="en-US"/>
        </a:p>
      </dgm:t>
    </dgm:pt>
    <dgm:pt modelId="{0FD03D03-591E-4936-B35C-9DF06C6E97BD}">
      <dgm:prSet/>
      <dgm:spPr/>
      <dgm:t>
        <a:bodyPr/>
        <a:lstStyle/>
        <a:p>
          <a:r>
            <a:rPr lang="en-US" dirty="0"/>
            <a:t>En </a:t>
          </a:r>
          <a:r>
            <a:rPr lang="en-US" dirty="0" err="1"/>
            <a:t>lånetransaktion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innehålla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flera</a:t>
          </a:r>
          <a:r>
            <a:rPr lang="en-US" dirty="0"/>
            <a:t> </a:t>
          </a:r>
          <a:r>
            <a:rPr lang="en-US" dirty="0" err="1"/>
            <a:t>lånade</a:t>
          </a:r>
          <a:r>
            <a:rPr lang="en-US" dirty="0"/>
            <a:t> exemplar.</a:t>
          </a:r>
        </a:p>
      </dgm:t>
    </dgm:pt>
    <dgm:pt modelId="{BDD09A26-7F5F-40F6-9B05-44C5A732034D}" type="parTrans" cxnId="{78B9359F-B41B-4D05-8775-50D453F471EB}">
      <dgm:prSet/>
      <dgm:spPr/>
      <dgm:t>
        <a:bodyPr/>
        <a:lstStyle/>
        <a:p>
          <a:endParaRPr lang="en-US"/>
        </a:p>
      </dgm:t>
    </dgm:pt>
    <dgm:pt modelId="{5337C6A3-580E-44CD-A33C-FD69ECB732FD}" type="sibTrans" cxnId="{78B9359F-B41B-4D05-8775-50D453F471EB}">
      <dgm:prSet/>
      <dgm:spPr/>
      <dgm:t>
        <a:bodyPr/>
        <a:lstStyle/>
        <a:p>
          <a:endParaRPr lang="en-US"/>
        </a:p>
      </dgm:t>
    </dgm:pt>
    <dgm:pt modelId="{92B4A06A-FCE2-4492-B4BD-7C48C75C656E}" type="pres">
      <dgm:prSet presAssocID="{5A97062A-90D2-4C5D-8141-6E1885DDE0B7}" presName="vert0" presStyleCnt="0">
        <dgm:presLayoutVars>
          <dgm:dir/>
          <dgm:animOne val="branch"/>
          <dgm:animLvl val="lvl"/>
        </dgm:presLayoutVars>
      </dgm:prSet>
      <dgm:spPr/>
    </dgm:pt>
    <dgm:pt modelId="{4A5E1096-9F0B-43D9-B575-4B8F0F0E5447}" type="pres">
      <dgm:prSet presAssocID="{C472CD79-C462-4D24-ACE6-DED87B4BB308}" presName="thickLine" presStyleLbl="alignNode1" presStyleIdx="0" presStyleCnt="3"/>
      <dgm:spPr/>
    </dgm:pt>
    <dgm:pt modelId="{74FE0B04-A368-4267-880D-498892AF0CF1}" type="pres">
      <dgm:prSet presAssocID="{C472CD79-C462-4D24-ACE6-DED87B4BB308}" presName="horz1" presStyleCnt="0"/>
      <dgm:spPr/>
    </dgm:pt>
    <dgm:pt modelId="{A17ED929-48E3-4663-9FA0-DEFA21FE9401}" type="pres">
      <dgm:prSet presAssocID="{C472CD79-C462-4D24-ACE6-DED87B4BB308}" presName="tx1" presStyleLbl="revTx" presStyleIdx="0" presStyleCnt="3"/>
      <dgm:spPr/>
    </dgm:pt>
    <dgm:pt modelId="{E22B4835-1AD9-4841-AAF0-B0C52DCDB385}" type="pres">
      <dgm:prSet presAssocID="{C472CD79-C462-4D24-ACE6-DED87B4BB308}" presName="vert1" presStyleCnt="0"/>
      <dgm:spPr/>
    </dgm:pt>
    <dgm:pt modelId="{1697901E-8726-41BC-8F15-05F277FB8078}" type="pres">
      <dgm:prSet presAssocID="{65C50975-8B9B-4A12-AC2F-8E45F1B6E2DD}" presName="thickLine" presStyleLbl="alignNode1" presStyleIdx="1" presStyleCnt="3"/>
      <dgm:spPr/>
    </dgm:pt>
    <dgm:pt modelId="{07CFFF31-2930-4009-86EE-1C634235D437}" type="pres">
      <dgm:prSet presAssocID="{65C50975-8B9B-4A12-AC2F-8E45F1B6E2DD}" presName="horz1" presStyleCnt="0"/>
      <dgm:spPr/>
    </dgm:pt>
    <dgm:pt modelId="{4B60B444-B53A-44F4-A765-9455D7F343B3}" type="pres">
      <dgm:prSet presAssocID="{65C50975-8B9B-4A12-AC2F-8E45F1B6E2DD}" presName="tx1" presStyleLbl="revTx" presStyleIdx="1" presStyleCnt="3"/>
      <dgm:spPr/>
    </dgm:pt>
    <dgm:pt modelId="{DC53C4AC-DB31-4D5C-8D7A-012474CB7760}" type="pres">
      <dgm:prSet presAssocID="{65C50975-8B9B-4A12-AC2F-8E45F1B6E2DD}" presName="vert1" presStyleCnt="0"/>
      <dgm:spPr/>
    </dgm:pt>
    <dgm:pt modelId="{3CB7AB13-90E8-4BE2-8C1C-28C8C7227D24}" type="pres">
      <dgm:prSet presAssocID="{0FD03D03-591E-4936-B35C-9DF06C6E97BD}" presName="thickLine" presStyleLbl="alignNode1" presStyleIdx="2" presStyleCnt="3"/>
      <dgm:spPr/>
    </dgm:pt>
    <dgm:pt modelId="{9CAE4C39-5547-4A20-8EDD-EFFCCA5F91A3}" type="pres">
      <dgm:prSet presAssocID="{0FD03D03-591E-4936-B35C-9DF06C6E97BD}" presName="horz1" presStyleCnt="0"/>
      <dgm:spPr/>
    </dgm:pt>
    <dgm:pt modelId="{A85279B6-7D39-494D-BAED-4E61E742F121}" type="pres">
      <dgm:prSet presAssocID="{0FD03D03-591E-4936-B35C-9DF06C6E97BD}" presName="tx1" presStyleLbl="revTx" presStyleIdx="2" presStyleCnt="3"/>
      <dgm:spPr/>
    </dgm:pt>
    <dgm:pt modelId="{0CC91C4D-B6CE-4E41-B2BD-1AFE49B00C54}" type="pres">
      <dgm:prSet presAssocID="{0FD03D03-591E-4936-B35C-9DF06C6E97BD}" presName="vert1" presStyleCnt="0"/>
      <dgm:spPr/>
    </dgm:pt>
  </dgm:ptLst>
  <dgm:cxnLst>
    <dgm:cxn modelId="{6329182A-1A88-4CD2-9DFB-EEA20A4F12E1}" type="presOf" srcId="{0FD03D03-591E-4936-B35C-9DF06C6E97BD}" destId="{A85279B6-7D39-494D-BAED-4E61E742F121}" srcOrd="0" destOrd="0" presId="urn:microsoft.com/office/officeart/2008/layout/LinedList"/>
    <dgm:cxn modelId="{3F21345C-4B98-4054-BEA2-281ED220EB7B}" srcId="{5A97062A-90D2-4C5D-8141-6E1885DDE0B7}" destId="{C472CD79-C462-4D24-ACE6-DED87B4BB308}" srcOrd="0" destOrd="0" parTransId="{85313995-0FC4-42D7-BFBC-A68421C76C45}" sibTransId="{5AD7C8CC-73BA-44DB-B7DD-D449836B4211}"/>
    <dgm:cxn modelId="{BF87F343-E112-41E7-8DB1-9E48CB80D672}" type="presOf" srcId="{C472CD79-C462-4D24-ACE6-DED87B4BB308}" destId="{A17ED929-48E3-4663-9FA0-DEFA21FE9401}" srcOrd="0" destOrd="0" presId="urn:microsoft.com/office/officeart/2008/layout/LinedList"/>
    <dgm:cxn modelId="{A6B9F870-38C9-48B4-8F4E-2DEF2F197FBD}" type="presOf" srcId="{65C50975-8B9B-4A12-AC2F-8E45F1B6E2DD}" destId="{4B60B444-B53A-44F4-A765-9455D7F343B3}" srcOrd="0" destOrd="0" presId="urn:microsoft.com/office/officeart/2008/layout/LinedList"/>
    <dgm:cxn modelId="{78B9359F-B41B-4D05-8775-50D453F471EB}" srcId="{5A97062A-90D2-4C5D-8141-6E1885DDE0B7}" destId="{0FD03D03-591E-4936-B35C-9DF06C6E97BD}" srcOrd="2" destOrd="0" parTransId="{BDD09A26-7F5F-40F6-9B05-44C5A732034D}" sibTransId="{5337C6A3-580E-44CD-A33C-FD69ECB732FD}"/>
    <dgm:cxn modelId="{8C2F47AE-B20E-4005-8112-A6A40354DB16}" srcId="{5A97062A-90D2-4C5D-8141-6E1885DDE0B7}" destId="{65C50975-8B9B-4A12-AC2F-8E45F1B6E2DD}" srcOrd="1" destOrd="0" parTransId="{0E0A2A6C-6855-48F8-89E6-38D3D7771D0B}" sibTransId="{27AB4E11-7CC1-4055-8AFF-AFCE490FC11C}"/>
    <dgm:cxn modelId="{98C01AEC-4864-4456-9BDF-7C4D42456695}" type="presOf" srcId="{5A97062A-90D2-4C5D-8141-6E1885DDE0B7}" destId="{92B4A06A-FCE2-4492-B4BD-7C48C75C656E}" srcOrd="0" destOrd="0" presId="urn:microsoft.com/office/officeart/2008/layout/LinedList"/>
    <dgm:cxn modelId="{01D257AE-4825-4D7E-B3EA-061D1E85E312}" type="presParOf" srcId="{92B4A06A-FCE2-4492-B4BD-7C48C75C656E}" destId="{4A5E1096-9F0B-43D9-B575-4B8F0F0E5447}" srcOrd="0" destOrd="0" presId="urn:microsoft.com/office/officeart/2008/layout/LinedList"/>
    <dgm:cxn modelId="{A6258FAF-9062-436D-AA53-0964590DD95A}" type="presParOf" srcId="{92B4A06A-FCE2-4492-B4BD-7C48C75C656E}" destId="{74FE0B04-A368-4267-880D-498892AF0CF1}" srcOrd="1" destOrd="0" presId="urn:microsoft.com/office/officeart/2008/layout/LinedList"/>
    <dgm:cxn modelId="{4DE715DC-76AB-4BC1-BFAB-07370BB9989F}" type="presParOf" srcId="{74FE0B04-A368-4267-880D-498892AF0CF1}" destId="{A17ED929-48E3-4663-9FA0-DEFA21FE9401}" srcOrd="0" destOrd="0" presId="urn:microsoft.com/office/officeart/2008/layout/LinedList"/>
    <dgm:cxn modelId="{CE98709A-3534-42DB-9275-62F2C5F13F27}" type="presParOf" srcId="{74FE0B04-A368-4267-880D-498892AF0CF1}" destId="{E22B4835-1AD9-4841-AAF0-B0C52DCDB385}" srcOrd="1" destOrd="0" presId="urn:microsoft.com/office/officeart/2008/layout/LinedList"/>
    <dgm:cxn modelId="{DCE3F44D-12DF-46DF-AEC9-28F7D45C2969}" type="presParOf" srcId="{92B4A06A-FCE2-4492-B4BD-7C48C75C656E}" destId="{1697901E-8726-41BC-8F15-05F277FB8078}" srcOrd="2" destOrd="0" presId="urn:microsoft.com/office/officeart/2008/layout/LinedList"/>
    <dgm:cxn modelId="{4D0BCC79-75B7-41F7-A32E-F5670A518B5E}" type="presParOf" srcId="{92B4A06A-FCE2-4492-B4BD-7C48C75C656E}" destId="{07CFFF31-2930-4009-86EE-1C634235D437}" srcOrd="3" destOrd="0" presId="urn:microsoft.com/office/officeart/2008/layout/LinedList"/>
    <dgm:cxn modelId="{2FC9AEB5-100D-42F3-A358-5D52F70162FD}" type="presParOf" srcId="{07CFFF31-2930-4009-86EE-1C634235D437}" destId="{4B60B444-B53A-44F4-A765-9455D7F343B3}" srcOrd="0" destOrd="0" presId="urn:microsoft.com/office/officeart/2008/layout/LinedList"/>
    <dgm:cxn modelId="{9A258BA4-7EF2-4058-9999-0FEB4DBEFEA0}" type="presParOf" srcId="{07CFFF31-2930-4009-86EE-1C634235D437}" destId="{DC53C4AC-DB31-4D5C-8D7A-012474CB7760}" srcOrd="1" destOrd="0" presId="urn:microsoft.com/office/officeart/2008/layout/LinedList"/>
    <dgm:cxn modelId="{6BF5D397-87D1-45A1-9A49-1E360FC4F5F0}" type="presParOf" srcId="{92B4A06A-FCE2-4492-B4BD-7C48C75C656E}" destId="{3CB7AB13-90E8-4BE2-8C1C-28C8C7227D24}" srcOrd="4" destOrd="0" presId="urn:microsoft.com/office/officeart/2008/layout/LinedList"/>
    <dgm:cxn modelId="{7EA9025A-4740-4C0B-8926-9BEC49DB19AB}" type="presParOf" srcId="{92B4A06A-FCE2-4492-B4BD-7C48C75C656E}" destId="{9CAE4C39-5547-4A20-8EDD-EFFCCA5F91A3}" srcOrd="5" destOrd="0" presId="urn:microsoft.com/office/officeart/2008/layout/LinedList"/>
    <dgm:cxn modelId="{BA43E081-0E9B-4601-A324-DD63F8378A27}" type="presParOf" srcId="{9CAE4C39-5547-4A20-8EDD-EFFCCA5F91A3}" destId="{A85279B6-7D39-494D-BAED-4E61E742F121}" srcOrd="0" destOrd="0" presId="urn:microsoft.com/office/officeart/2008/layout/LinedList"/>
    <dgm:cxn modelId="{B7B25A17-462C-4A34-88AD-EA1548B038B9}" type="presParOf" srcId="{9CAE4C39-5547-4A20-8EDD-EFFCCA5F91A3}" destId="{0CC91C4D-B6CE-4E41-B2BD-1AFE49B00C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9BCA31-28DA-4C02-B8AB-B90C5E739071}" type="doc">
      <dgm:prSet loTypeId="urn:microsoft.com/office/officeart/2008/layout/LinedList" loCatId="list" qsTypeId="urn:microsoft.com/office/officeart/2005/8/quickstyle/simple1#69" qsCatId="simple" csTypeId="urn:microsoft.com/office/officeart/2005/8/colors/colorful2#14" csCatId="colorful" phldr="1"/>
      <dgm:spPr/>
      <dgm:t>
        <a:bodyPr/>
        <a:lstStyle/>
        <a:p>
          <a:endParaRPr lang="en-US"/>
        </a:p>
      </dgm:t>
    </dgm:pt>
    <dgm:pt modelId="{7519FB83-AB11-41C3-B1B9-A973BAB6340B}">
      <dgm:prSet/>
      <dgm:spPr/>
      <dgm:t>
        <a:bodyPr/>
        <a:lstStyle/>
        <a:p>
          <a:r>
            <a:rPr lang="en-US" dirty="0" err="1"/>
            <a:t>Entiteten</a:t>
          </a:r>
          <a:r>
            <a:rPr lang="en-US" dirty="0"/>
            <a:t> “</a:t>
          </a:r>
          <a:r>
            <a:rPr lang="en-US" dirty="0" err="1"/>
            <a:t>lånade</a:t>
          </a:r>
          <a:r>
            <a:rPr lang="en-US" dirty="0"/>
            <a:t> exemplar” </a:t>
          </a:r>
          <a:r>
            <a:rPr lang="en-US" dirty="0" err="1"/>
            <a:t>bevakas</a:t>
          </a:r>
          <a:r>
            <a:rPr lang="en-US" dirty="0"/>
            <a:t> av </a:t>
          </a:r>
          <a:r>
            <a:rPr lang="en-US" dirty="0" err="1"/>
            <a:t>systemet</a:t>
          </a:r>
          <a:r>
            <a:rPr lang="en-US" dirty="0"/>
            <a:t> via </a:t>
          </a:r>
          <a:r>
            <a:rPr lang="en-US" dirty="0" err="1"/>
            <a:t>lånetransaktionen</a:t>
          </a:r>
          <a:r>
            <a:rPr lang="en-US" dirty="0"/>
            <a:t>.</a:t>
          </a:r>
        </a:p>
      </dgm:t>
    </dgm:pt>
    <dgm:pt modelId="{FE14293B-FCE5-41E9-8B0E-E2C8993865BC}" type="parTrans" cxnId="{6A724CED-09B1-4EEA-B6A4-690ABBE3E9DE}">
      <dgm:prSet/>
      <dgm:spPr/>
      <dgm:t>
        <a:bodyPr/>
        <a:lstStyle/>
        <a:p>
          <a:endParaRPr lang="en-US"/>
        </a:p>
      </dgm:t>
    </dgm:pt>
    <dgm:pt modelId="{15600184-47D1-488A-A427-A412E14BD1D8}" type="sibTrans" cxnId="{6A724CED-09B1-4EEA-B6A4-690ABBE3E9DE}">
      <dgm:prSet/>
      <dgm:spPr/>
      <dgm:t>
        <a:bodyPr/>
        <a:lstStyle/>
        <a:p>
          <a:endParaRPr lang="en-US"/>
        </a:p>
      </dgm:t>
    </dgm:pt>
    <dgm:pt modelId="{FA19CF9E-41FE-4CC3-AC83-994509A74ADB}">
      <dgm:prSet/>
      <dgm:spPr/>
      <dgm:t>
        <a:bodyPr/>
        <a:lstStyle/>
        <a:p>
          <a:r>
            <a:rPr lang="en-US" dirty="0" err="1"/>
            <a:t>Medlemmen</a:t>
          </a:r>
          <a:r>
            <a:rPr lang="en-US" dirty="0"/>
            <a:t> </a:t>
          </a:r>
          <a:r>
            <a:rPr lang="en-US" dirty="0" err="1"/>
            <a:t>får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återlämningsdatum</a:t>
          </a:r>
          <a:r>
            <a:rPr lang="en-US" dirty="0"/>
            <a:t> men </a:t>
          </a:r>
          <a:r>
            <a:rPr lang="en-US" dirty="0" err="1"/>
            <a:t>denna</a:t>
          </a:r>
          <a:r>
            <a:rPr lang="en-US" dirty="0"/>
            <a:t> </a:t>
          </a:r>
          <a:r>
            <a:rPr lang="en-US" dirty="0" err="1"/>
            <a:t>entitet</a:t>
          </a:r>
          <a:r>
            <a:rPr lang="en-US" dirty="0"/>
            <a:t> </a:t>
          </a:r>
          <a:r>
            <a:rPr lang="en-US" dirty="0" err="1"/>
            <a:t>håller</a:t>
          </a:r>
          <a:r>
            <a:rPr lang="en-US" dirty="0"/>
            <a:t> </a:t>
          </a:r>
          <a:r>
            <a:rPr lang="en-US" dirty="0" err="1"/>
            <a:t>koll</a:t>
          </a:r>
          <a:r>
            <a:rPr lang="en-US" dirty="0"/>
            <a:t> </a:t>
          </a:r>
          <a:r>
            <a:rPr lang="en-US" dirty="0" err="1"/>
            <a:t>på</a:t>
          </a:r>
          <a:r>
            <a:rPr lang="en-US" dirty="0"/>
            <a:t> om </a:t>
          </a:r>
          <a:r>
            <a:rPr lang="en-US" dirty="0" err="1"/>
            <a:t>exemplaret</a:t>
          </a:r>
          <a:r>
            <a:rPr lang="en-US" dirty="0"/>
            <a:t> </a:t>
          </a:r>
          <a:r>
            <a:rPr lang="en-US" dirty="0" err="1"/>
            <a:t>är</a:t>
          </a:r>
          <a:r>
            <a:rPr lang="en-US" dirty="0"/>
            <a:t> </a:t>
          </a:r>
          <a:r>
            <a:rPr lang="en-US" dirty="0" err="1"/>
            <a:t>returnerat</a:t>
          </a:r>
          <a:r>
            <a:rPr lang="en-US" dirty="0"/>
            <a:t> </a:t>
          </a:r>
          <a:r>
            <a:rPr lang="en-US" dirty="0" err="1"/>
            <a:t>eller</a:t>
          </a:r>
          <a:r>
            <a:rPr lang="en-US" dirty="0"/>
            <a:t> </a:t>
          </a:r>
          <a:r>
            <a:rPr lang="en-US" dirty="0" err="1"/>
            <a:t>inte</a:t>
          </a:r>
          <a:r>
            <a:rPr lang="en-US" dirty="0"/>
            <a:t>. </a:t>
          </a:r>
        </a:p>
      </dgm:t>
    </dgm:pt>
    <dgm:pt modelId="{9B64772B-6E82-4DEF-AC1F-25A63F0B4020}" type="parTrans" cxnId="{BA3BDB13-8A28-461D-AC73-73F0E7122ADB}">
      <dgm:prSet/>
      <dgm:spPr/>
      <dgm:t>
        <a:bodyPr/>
        <a:lstStyle/>
        <a:p>
          <a:endParaRPr lang="en-US"/>
        </a:p>
      </dgm:t>
    </dgm:pt>
    <dgm:pt modelId="{5BA48510-097A-496B-9059-424A456A8D53}" type="sibTrans" cxnId="{BA3BDB13-8A28-461D-AC73-73F0E7122ADB}">
      <dgm:prSet/>
      <dgm:spPr/>
      <dgm:t>
        <a:bodyPr/>
        <a:lstStyle/>
        <a:p>
          <a:endParaRPr lang="en-US"/>
        </a:p>
      </dgm:t>
    </dgm:pt>
    <dgm:pt modelId="{0711E355-D0DB-4CF0-973A-430C90B9695A}">
      <dgm:prSet/>
      <dgm:spPr/>
      <dgm:t>
        <a:bodyPr/>
        <a:lstStyle/>
        <a:p>
          <a:r>
            <a:rPr lang="en-US" dirty="0" err="1"/>
            <a:t>Systemet</a:t>
          </a:r>
          <a:r>
            <a:rPr lang="en-US" dirty="0"/>
            <a:t> ser </a:t>
          </a:r>
          <a:r>
            <a:rPr lang="en-US" dirty="0" err="1"/>
            <a:t>också</a:t>
          </a:r>
          <a:r>
            <a:rPr lang="en-US" dirty="0"/>
            <a:t> till </a:t>
          </a:r>
          <a:r>
            <a:rPr lang="en-US" dirty="0" err="1"/>
            <a:t>att</a:t>
          </a:r>
          <a:r>
            <a:rPr lang="en-US" dirty="0"/>
            <a:t> </a:t>
          </a:r>
          <a:r>
            <a:rPr lang="en-US" dirty="0" err="1"/>
            <a:t>medlemmar</a:t>
          </a:r>
          <a:r>
            <a:rPr lang="en-US" dirty="0"/>
            <a:t> </a:t>
          </a:r>
          <a:r>
            <a:rPr lang="en-US" dirty="0" err="1"/>
            <a:t>inte</a:t>
          </a:r>
          <a:r>
            <a:rPr lang="en-US" dirty="0"/>
            <a:t> </a:t>
          </a: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låna</a:t>
          </a:r>
          <a:r>
            <a:rPr lang="en-US" dirty="0"/>
            <a:t> </a:t>
          </a:r>
          <a:r>
            <a:rPr lang="en-US" dirty="0" err="1"/>
            <a:t>samma</a:t>
          </a:r>
          <a:r>
            <a:rPr lang="en-US" dirty="0"/>
            <a:t> </a:t>
          </a:r>
          <a:r>
            <a:rPr lang="en-US" dirty="0" err="1"/>
            <a:t>fysiska</a:t>
          </a:r>
          <a:r>
            <a:rPr lang="en-US" dirty="0"/>
            <a:t> </a:t>
          </a:r>
          <a:r>
            <a:rPr lang="en-US" b="0" dirty="0"/>
            <a:t>exemplar under </a:t>
          </a:r>
          <a:r>
            <a:rPr lang="en-US" b="0" dirty="0" err="1"/>
            <a:t>samma</a:t>
          </a:r>
          <a:r>
            <a:rPr lang="en-US" b="0" dirty="0"/>
            <a:t> </a:t>
          </a:r>
          <a:r>
            <a:rPr lang="en-US" b="0" dirty="0" err="1"/>
            <a:t>tidsperiod</a:t>
          </a:r>
          <a:r>
            <a:rPr lang="en-US" b="0" dirty="0"/>
            <a:t>.</a:t>
          </a:r>
        </a:p>
      </dgm:t>
    </dgm:pt>
    <dgm:pt modelId="{EF46F9C3-48E1-45AA-A7B8-96C618E00109}" type="parTrans" cxnId="{FC50D9DE-EA14-4D8C-BABA-9BF486683740}">
      <dgm:prSet/>
      <dgm:spPr/>
      <dgm:t>
        <a:bodyPr/>
        <a:lstStyle/>
        <a:p>
          <a:endParaRPr lang="en-US"/>
        </a:p>
      </dgm:t>
    </dgm:pt>
    <dgm:pt modelId="{4425C2F0-7EE8-4C28-8671-B1C2BB234FEF}" type="sibTrans" cxnId="{FC50D9DE-EA14-4D8C-BABA-9BF486683740}">
      <dgm:prSet/>
      <dgm:spPr/>
      <dgm:t>
        <a:bodyPr/>
        <a:lstStyle/>
        <a:p>
          <a:endParaRPr lang="en-US"/>
        </a:p>
      </dgm:t>
    </dgm:pt>
    <dgm:pt modelId="{F35B9D7E-196B-44A8-B760-DB6EBCF62D4F}">
      <dgm:prSet/>
      <dgm:spPr/>
      <dgm:t>
        <a:bodyPr/>
        <a:lstStyle/>
        <a:p>
          <a:r>
            <a:rPr lang="en-SE" dirty="0"/>
            <a:t>Ett </a:t>
          </a:r>
          <a:r>
            <a:rPr lang="en-SE" dirty="0" err="1"/>
            <a:t>unikt</a:t>
          </a:r>
          <a:r>
            <a:rPr lang="en-SE" dirty="0"/>
            <a:t> exemplar </a:t>
          </a:r>
          <a:r>
            <a:rPr lang="en-SE" dirty="0" err="1"/>
            <a:t>kan</a:t>
          </a:r>
          <a:r>
            <a:rPr lang="en-SE" dirty="0"/>
            <a:t> </a:t>
          </a:r>
          <a:r>
            <a:rPr lang="en-SE" dirty="0" err="1"/>
            <a:t>vara</a:t>
          </a:r>
          <a:r>
            <a:rPr lang="en-SE" dirty="0"/>
            <a:t> </a:t>
          </a:r>
          <a:r>
            <a:rPr lang="en-SE" dirty="0" err="1"/>
            <a:t>utlånat</a:t>
          </a:r>
          <a:r>
            <a:rPr lang="en-SE" dirty="0"/>
            <a:t> noll </a:t>
          </a:r>
          <a:r>
            <a:rPr lang="en-SE" dirty="0" err="1"/>
            <a:t>eller</a:t>
          </a:r>
          <a:r>
            <a:rPr lang="en-SE" dirty="0"/>
            <a:t> </a:t>
          </a:r>
          <a:r>
            <a:rPr lang="en-SE" dirty="0" err="1"/>
            <a:t>flera</a:t>
          </a:r>
          <a:r>
            <a:rPr lang="en-SE" dirty="0"/>
            <a:t> </a:t>
          </a:r>
          <a:r>
            <a:rPr lang="en-SE" dirty="0" err="1"/>
            <a:t>gånger</a:t>
          </a:r>
          <a:r>
            <a:rPr lang="en-SE" dirty="0"/>
            <a:t> </a:t>
          </a:r>
          <a:r>
            <a:rPr lang="en-SE" dirty="0" err="1"/>
            <a:t>över</a:t>
          </a:r>
          <a:r>
            <a:rPr lang="en-SE" dirty="0"/>
            <a:t> </a:t>
          </a:r>
          <a:r>
            <a:rPr lang="en-SE" dirty="0" err="1"/>
            <a:t>tid</a:t>
          </a:r>
          <a:r>
            <a:rPr lang="sv-SE" dirty="0"/>
            <a:t>.</a:t>
          </a:r>
          <a:endParaRPr lang="en-US" dirty="0"/>
        </a:p>
      </dgm:t>
    </dgm:pt>
    <dgm:pt modelId="{3A136B0E-3CEB-455F-BC24-E6BCD9539CA6}" type="parTrans" cxnId="{08A7062E-6A73-4476-9F6F-AFDC7004DE32}">
      <dgm:prSet/>
      <dgm:spPr/>
      <dgm:t>
        <a:bodyPr/>
        <a:lstStyle/>
        <a:p>
          <a:endParaRPr lang="en-US"/>
        </a:p>
      </dgm:t>
    </dgm:pt>
    <dgm:pt modelId="{1E59DD7E-EC85-443C-B291-097D0632340C}" type="sibTrans" cxnId="{08A7062E-6A73-4476-9F6F-AFDC7004DE32}">
      <dgm:prSet/>
      <dgm:spPr/>
      <dgm:t>
        <a:bodyPr/>
        <a:lstStyle/>
        <a:p>
          <a:endParaRPr lang="en-US"/>
        </a:p>
      </dgm:t>
    </dgm:pt>
    <dgm:pt modelId="{E9FFA387-F6FE-4E8A-994F-D945ACC7AEAF}" type="pres">
      <dgm:prSet presAssocID="{7C9BCA31-28DA-4C02-B8AB-B90C5E739071}" presName="vert0" presStyleCnt="0">
        <dgm:presLayoutVars>
          <dgm:dir/>
          <dgm:animOne val="branch"/>
          <dgm:animLvl val="lvl"/>
        </dgm:presLayoutVars>
      </dgm:prSet>
      <dgm:spPr/>
    </dgm:pt>
    <dgm:pt modelId="{FB613829-BC82-42EE-9B31-3B034355C7C5}" type="pres">
      <dgm:prSet presAssocID="{7519FB83-AB11-41C3-B1B9-A973BAB6340B}" presName="thickLine" presStyleLbl="alignNode1" presStyleIdx="0" presStyleCnt="4"/>
      <dgm:spPr/>
    </dgm:pt>
    <dgm:pt modelId="{6CC13064-B396-4AAC-8DBC-9D3C1F5C66AF}" type="pres">
      <dgm:prSet presAssocID="{7519FB83-AB11-41C3-B1B9-A973BAB6340B}" presName="horz1" presStyleCnt="0"/>
      <dgm:spPr/>
    </dgm:pt>
    <dgm:pt modelId="{74C1DC9F-2118-4E6C-9519-F49C43D02AF1}" type="pres">
      <dgm:prSet presAssocID="{7519FB83-AB11-41C3-B1B9-A973BAB6340B}" presName="tx1" presStyleLbl="revTx" presStyleIdx="0" presStyleCnt="4"/>
      <dgm:spPr/>
    </dgm:pt>
    <dgm:pt modelId="{244CEECD-48F8-4582-8D07-1916FB26C2FF}" type="pres">
      <dgm:prSet presAssocID="{7519FB83-AB11-41C3-B1B9-A973BAB6340B}" presName="vert1" presStyleCnt="0"/>
      <dgm:spPr/>
    </dgm:pt>
    <dgm:pt modelId="{674C4094-AA22-4906-AA3D-37EA8EAD2349}" type="pres">
      <dgm:prSet presAssocID="{FA19CF9E-41FE-4CC3-AC83-994509A74ADB}" presName="thickLine" presStyleLbl="alignNode1" presStyleIdx="1" presStyleCnt="4"/>
      <dgm:spPr/>
    </dgm:pt>
    <dgm:pt modelId="{2DFA0F49-9EBD-479C-9DDD-3EF76A072F00}" type="pres">
      <dgm:prSet presAssocID="{FA19CF9E-41FE-4CC3-AC83-994509A74ADB}" presName="horz1" presStyleCnt="0"/>
      <dgm:spPr/>
    </dgm:pt>
    <dgm:pt modelId="{26AB883B-A4EC-4B87-8E65-AFDE0E38B8AB}" type="pres">
      <dgm:prSet presAssocID="{FA19CF9E-41FE-4CC3-AC83-994509A74ADB}" presName="tx1" presStyleLbl="revTx" presStyleIdx="1" presStyleCnt="4"/>
      <dgm:spPr/>
    </dgm:pt>
    <dgm:pt modelId="{7BABC72F-C2DC-4679-BEB6-5717140A431F}" type="pres">
      <dgm:prSet presAssocID="{FA19CF9E-41FE-4CC3-AC83-994509A74ADB}" presName="vert1" presStyleCnt="0"/>
      <dgm:spPr/>
    </dgm:pt>
    <dgm:pt modelId="{1744CE03-71BA-4DF3-89D3-23E0F7290F98}" type="pres">
      <dgm:prSet presAssocID="{0711E355-D0DB-4CF0-973A-430C90B9695A}" presName="thickLine" presStyleLbl="alignNode1" presStyleIdx="2" presStyleCnt="4"/>
      <dgm:spPr/>
    </dgm:pt>
    <dgm:pt modelId="{E63E296C-EF58-450F-9A36-2FE8D41E87FE}" type="pres">
      <dgm:prSet presAssocID="{0711E355-D0DB-4CF0-973A-430C90B9695A}" presName="horz1" presStyleCnt="0"/>
      <dgm:spPr/>
    </dgm:pt>
    <dgm:pt modelId="{9420200F-F24A-42AF-A90F-1EDE4CF0BB45}" type="pres">
      <dgm:prSet presAssocID="{0711E355-D0DB-4CF0-973A-430C90B9695A}" presName="tx1" presStyleLbl="revTx" presStyleIdx="2" presStyleCnt="4"/>
      <dgm:spPr/>
    </dgm:pt>
    <dgm:pt modelId="{E9582C93-C146-4291-AE6F-0154B4DC516B}" type="pres">
      <dgm:prSet presAssocID="{0711E355-D0DB-4CF0-973A-430C90B9695A}" presName="vert1" presStyleCnt="0"/>
      <dgm:spPr/>
    </dgm:pt>
    <dgm:pt modelId="{5E675BD2-65CC-4344-8DB5-03033FA23720}" type="pres">
      <dgm:prSet presAssocID="{F35B9D7E-196B-44A8-B760-DB6EBCF62D4F}" presName="thickLine" presStyleLbl="alignNode1" presStyleIdx="3" presStyleCnt="4"/>
      <dgm:spPr/>
    </dgm:pt>
    <dgm:pt modelId="{9FB9C033-891B-4604-A0AE-E4A29AB30CEB}" type="pres">
      <dgm:prSet presAssocID="{F35B9D7E-196B-44A8-B760-DB6EBCF62D4F}" presName="horz1" presStyleCnt="0"/>
      <dgm:spPr/>
    </dgm:pt>
    <dgm:pt modelId="{7FC8FC36-4A1F-40FB-86A1-95C865F68BD4}" type="pres">
      <dgm:prSet presAssocID="{F35B9D7E-196B-44A8-B760-DB6EBCF62D4F}" presName="tx1" presStyleLbl="revTx" presStyleIdx="3" presStyleCnt="4"/>
      <dgm:spPr/>
    </dgm:pt>
    <dgm:pt modelId="{8128CC24-6653-4C52-9932-60CF49290CF1}" type="pres">
      <dgm:prSet presAssocID="{F35B9D7E-196B-44A8-B760-DB6EBCF62D4F}" presName="vert1" presStyleCnt="0"/>
      <dgm:spPr/>
    </dgm:pt>
  </dgm:ptLst>
  <dgm:cxnLst>
    <dgm:cxn modelId="{BA3BDB13-8A28-461D-AC73-73F0E7122ADB}" srcId="{7C9BCA31-28DA-4C02-B8AB-B90C5E739071}" destId="{FA19CF9E-41FE-4CC3-AC83-994509A74ADB}" srcOrd="1" destOrd="0" parTransId="{9B64772B-6E82-4DEF-AC1F-25A63F0B4020}" sibTransId="{5BA48510-097A-496B-9059-424A456A8D53}"/>
    <dgm:cxn modelId="{08A7062E-6A73-4476-9F6F-AFDC7004DE32}" srcId="{7C9BCA31-28DA-4C02-B8AB-B90C5E739071}" destId="{F35B9D7E-196B-44A8-B760-DB6EBCF62D4F}" srcOrd="3" destOrd="0" parTransId="{3A136B0E-3CEB-455F-BC24-E6BCD9539CA6}" sibTransId="{1E59DD7E-EC85-443C-B291-097D0632340C}"/>
    <dgm:cxn modelId="{6A43D94E-D80C-4692-9AAA-74E5B1392DBF}" type="presOf" srcId="{7C9BCA31-28DA-4C02-B8AB-B90C5E739071}" destId="{E9FFA387-F6FE-4E8A-994F-D945ACC7AEAF}" srcOrd="0" destOrd="0" presId="urn:microsoft.com/office/officeart/2008/layout/LinedList"/>
    <dgm:cxn modelId="{1AA8F453-E188-40AC-93AC-217585F82DDB}" type="presOf" srcId="{7519FB83-AB11-41C3-B1B9-A973BAB6340B}" destId="{74C1DC9F-2118-4E6C-9519-F49C43D02AF1}" srcOrd="0" destOrd="0" presId="urn:microsoft.com/office/officeart/2008/layout/LinedList"/>
    <dgm:cxn modelId="{9E8872A5-4C55-483F-9B0B-51D629D10BDA}" type="presOf" srcId="{FA19CF9E-41FE-4CC3-AC83-994509A74ADB}" destId="{26AB883B-A4EC-4B87-8E65-AFDE0E38B8AB}" srcOrd="0" destOrd="0" presId="urn:microsoft.com/office/officeart/2008/layout/LinedList"/>
    <dgm:cxn modelId="{F8B750AF-C99F-45B0-BF5F-1CA246E0DAB8}" type="presOf" srcId="{0711E355-D0DB-4CF0-973A-430C90B9695A}" destId="{9420200F-F24A-42AF-A90F-1EDE4CF0BB45}" srcOrd="0" destOrd="0" presId="urn:microsoft.com/office/officeart/2008/layout/LinedList"/>
    <dgm:cxn modelId="{F3D292B0-6B1C-4D58-A006-78392130260E}" type="presOf" srcId="{F35B9D7E-196B-44A8-B760-DB6EBCF62D4F}" destId="{7FC8FC36-4A1F-40FB-86A1-95C865F68BD4}" srcOrd="0" destOrd="0" presId="urn:microsoft.com/office/officeart/2008/layout/LinedList"/>
    <dgm:cxn modelId="{FC50D9DE-EA14-4D8C-BABA-9BF486683740}" srcId="{7C9BCA31-28DA-4C02-B8AB-B90C5E739071}" destId="{0711E355-D0DB-4CF0-973A-430C90B9695A}" srcOrd="2" destOrd="0" parTransId="{EF46F9C3-48E1-45AA-A7B8-96C618E00109}" sibTransId="{4425C2F0-7EE8-4C28-8671-B1C2BB234FEF}"/>
    <dgm:cxn modelId="{6A724CED-09B1-4EEA-B6A4-690ABBE3E9DE}" srcId="{7C9BCA31-28DA-4C02-B8AB-B90C5E739071}" destId="{7519FB83-AB11-41C3-B1B9-A973BAB6340B}" srcOrd="0" destOrd="0" parTransId="{FE14293B-FCE5-41E9-8B0E-E2C8993865BC}" sibTransId="{15600184-47D1-488A-A427-A412E14BD1D8}"/>
    <dgm:cxn modelId="{D9BBE7DC-5A47-4660-BC4F-C5849C1B3416}" type="presParOf" srcId="{E9FFA387-F6FE-4E8A-994F-D945ACC7AEAF}" destId="{FB613829-BC82-42EE-9B31-3B034355C7C5}" srcOrd="0" destOrd="0" presId="urn:microsoft.com/office/officeart/2008/layout/LinedList"/>
    <dgm:cxn modelId="{93E019BD-4013-4191-A869-9F46C69C0D36}" type="presParOf" srcId="{E9FFA387-F6FE-4E8A-994F-D945ACC7AEAF}" destId="{6CC13064-B396-4AAC-8DBC-9D3C1F5C66AF}" srcOrd="1" destOrd="0" presId="urn:microsoft.com/office/officeart/2008/layout/LinedList"/>
    <dgm:cxn modelId="{CC48FBBE-CEA6-44FE-923A-82484C4F2370}" type="presParOf" srcId="{6CC13064-B396-4AAC-8DBC-9D3C1F5C66AF}" destId="{74C1DC9F-2118-4E6C-9519-F49C43D02AF1}" srcOrd="0" destOrd="0" presId="urn:microsoft.com/office/officeart/2008/layout/LinedList"/>
    <dgm:cxn modelId="{0E567D57-C0E8-40E5-AA54-92B8443F454B}" type="presParOf" srcId="{6CC13064-B396-4AAC-8DBC-9D3C1F5C66AF}" destId="{244CEECD-48F8-4582-8D07-1916FB26C2FF}" srcOrd="1" destOrd="0" presId="urn:microsoft.com/office/officeart/2008/layout/LinedList"/>
    <dgm:cxn modelId="{E2D7DB9B-B861-4BE1-BFCF-0DE8E33339C7}" type="presParOf" srcId="{E9FFA387-F6FE-4E8A-994F-D945ACC7AEAF}" destId="{674C4094-AA22-4906-AA3D-37EA8EAD2349}" srcOrd="2" destOrd="0" presId="urn:microsoft.com/office/officeart/2008/layout/LinedList"/>
    <dgm:cxn modelId="{0CC8D97E-BD78-467D-A022-FF28CE1605D6}" type="presParOf" srcId="{E9FFA387-F6FE-4E8A-994F-D945ACC7AEAF}" destId="{2DFA0F49-9EBD-479C-9DDD-3EF76A072F00}" srcOrd="3" destOrd="0" presId="urn:microsoft.com/office/officeart/2008/layout/LinedList"/>
    <dgm:cxn modelId="{2FBBC29F-3DE1-478A-BFFC-0068C4606788}" type="presParOf" srcId="{2DFA0F49-9EBD-479C-9DDD-3EF76A072F00}" destId="{26AB883B-A4EC-4B87-8E65-AFDE0E38B8AB}" srcOrd="0" destOrd="0" presId="urn:microsoft.com/office/officeart/2008/layout/LinedList"/>
    <dgm:cxn modelId="{30220F3A-5A86-4829-9A7B-9659B889F6FB}" type="presParOf" srcId="{2DFA0F49-9EBD-479C-9DDD-3EF76A072F00}" destId="{7BABC72F-C2DC-4679-BEB6-5717140A431F}" srcOrd="1" destOrd="0" presId="urn:microsoft.com/office/officeart/2008/layout/LinedList"/>
    <dgm:cxn modelId="{95BD1D0E-314B-4A53-8A27-7677BE094080}" type="presParOf" srcId="{E9FFA387-F6FE-4E8A-994F-D945ACC7AEAF}" destId="{1744CE03-71BA-4DF3-89D3-23E0F7290F98}" srcOrd="4" destOrd="0" presId="urn:microsoft.com/office/officeart/2008/layout/LinedList"/>
    <dgm:cxn modelId="{4A29286B-1BDE-4845-A04D-B6B102246C43}" type="presParOf" srcId="{E9FFA387-F6FE-4E8A-994F-D945ACC7AEAF}" destId="{E63E296C-EF58-450F-9A36-2FE8D41E87FE}" srcOrd="5" destOrd="0" presId="urn:microsoft.com/office/officeart/2008/layout/LinedList"/>
    <dgm:cxn modelId="{22DC0414-0B02-4986-B5D1-C0512C6DF9E9}" type="presParOf" srcId="{E63E296C-EF58-450F-9A36-2FE8D41E87FE}" destId="{9420200F-F24A-42AF-A90F-1EDE4CF0BB45}" srcOrd="0" destOrd="0" presId="urn:microsoft.com/office/officeart/2008/layout/LinedList"/>
    <dgm:cxn modelId="{632403A6-B041-4776-AD5B-F294EDFC3B32}" type="presParOf" srcId="{E63E296C-EF58-450F-9A36-2FE8D41E87FE}" destId="{E9582C93-C146-4291-AE6F-0154B4DC516B}" srcOrd="1" destOrd="0" presId="urn:microsoft.com/office/officeart/2008/layout/LinedList"/>
    <dgm:cxn modelId="{A8BB64FB-CA65-4C14-A0B0-9F56BF4AC502}" type="presParOf" srcId="{E9FFA387-F6FE-4E8A-994F-D945ACC7AEAF}" destId="{5E675BD2-65CC-4344-8DB5-03033FA23720}" srcOrd="6" destOrd="0" presId="urn:microsoft.com/office/officeart/2008/layout/LinedList"/>
    <dgm:cxn modelId="{FC9BF345-12DD-4B22-9FAA-F0C0E4A4A3D7}" type="presParOf" srcId="{E9FFA387-F6FE-4E8A-994F-D945ACC7AEAF}" destId="{9FB9C033-891B-4604-A0AE-E4A29AB30CEB}" srcOrd="7" destOrd="0" presId="urn:microsoft.com/office/officeart/2008/layout/LinedList"/>
    <dgm:cxn modelId="{9B190191-F027-48C9-BCF4-A1834AC1B254}" type="presParOf" srcId="{9FB9C033-891B-4604-A0AE-E4A29AB30CEB}" destId="{7FC8FC36-4A1F-40FB-86A1-95C865F68BD4}" srcOrd="0" destOrd="0" presId="urn:microsoft.com/office/officeart/2008/layout/LinedList"/>
    <dgm:cxn modelId="{A9A8DEC1-D978-49A7-A2CA-FDF90A42B12E}" type="presParOf" srcId="{9FB9C033-891B-4604-A0AE-E4A29AB30CEB}" destId="{8128CC24-6653-4C52-9932-60CF49290C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2140CC-4B5C-46D9-BDFF-25BAE8E88EDF}" type="doc">
      <dgm:prSet loTypeId="urn:microsoft.com/office/officeart/2008/layout/LinedList" loCatId="list" qsTypeId="urn:microsoft.com/office/officeart/2005/8/quickstyle/simple1#81" qsCatId="simple" csTypeId="urn:microsoft.com/office/officeart/2005/8/colors/colorful2#17" csCatId="colorful" phldr="1"/>
      <dgm:spPr/>
      <dgm:t>
        <a:bodyPr/>
        <a:lstStyle/>
        <a:p>
          <a:endParaRPr lang="en-US"/>
        </a:p>
      </dgm:t>
    </dgm:pt>
    <dgm:pt modelId="{CEC41D9A-E241-465F-9E54-20532D04925C}">
      <dgm:prSet/>
      <dgm:spPr/>
      <dgm:t>
        <a:bodyPr/>
        <a:lstStyle/>
        <a:p>
          <a:r>
            <a:rPr lang="en-SE" b="0" i="0" u="none" dirty="0" err="1"/>
            <a:t>Systemet</a:t>
          </a:r>
          <a:r>
            <a:rPr lang="en-SE" b="0" i="0" u="none" dirty="0"/>
            <a:t> </a:t>
          </a:r>
          <a:r>
            <a:rPr lang="en-SE" b="0" i="0" u="none" dirty="0" err="1"/>
            <a:t>listar</a:t>
          </a:r>
          <a:r>
            <a:rPr lang="en-SE" b="0" i="0" u="none" dirty="0"/>
            <a:t> alla </a:t>
          </a:r>
          <a:r>
            <a:rPr lang="en-SE" b="0" i="0" u="none" dirty="0" err="1"/>
            <a:t>fysiska</a:t>
          </a:r>
          <a:r>
            <a:rPr lang="en-SE" b="0" i="0" u="none" dirty="0"/>
            <a:t> exemplar av </a:t>
          </a:r>
          <a:r>
            <a:rPr lang="en-SE" b="0" i="0" u="none" dirty="0" err="1"/>
            <a:t>böcker</a:t>
          </a:r>
          <a:r>
            <a:rPr lang="en-SE" b="0" i="0" u="none" dirty="0"/>
            <a:t> </a:t>
          </a:r>
          <a:r>
            <a:rPr lang="en-SE" b="0" i="0" u="none" dirty="0" err="1"/>
            <a:t>i</a:t>
          </a:r>
          <a:r>
            <a:rPr lang="en-SE" b="0" i="0" u="none" dirty="0"/>
            <a:t> </a:t>
          </a:r>
          <a:r>
            <a:rPr lang="en-SE" b="0" i="0" u="none" dirty="0" err="1"/>
            <a:t>sortimentet</a:t>
          </a:r>
          <a:r>
            <a:rPr lang="en-SE" b="0" i="0" u="none" dirty="0"/>
            <a:t> och </a:t>
          </a:r>
          <a:r>
            <a:rPr lang="en-SE" b="0" i="0" u="none" dirty="0" err="1"/>
            <a:t>använder</a:t>
          </a:r>
          <a:r>
            <a:rPr lang="en-SE" b="0" i="0" u="none" dirty="0"/>
            <a:t> </a:t>
          </a:r>
          <a:r>
            <a:rPr lang="en-SE" b="0" i="0" u="none" dirty="0" err="1"/>
            <a:t>eniteten</a:t>
          </a:r>
          <a:r>
            <a:rPr lang="en-SE" b="0" i="0" u="none" dirty="0"/>
            <a:t> ”</a:t>
          </a:r>
          <a:r>
            <a:rPr lang="en-SE" b="0" i="0" u="none" dirty="0" err="1"/>
            <a:t>lånade</a:t>
          </a:r>
          <a:r>
            <a:rPr lang="en-SE" b="0" i="0" u="none" dirty="0"/>
            <a:t> exemplar” för </a:t>
          </a:r>
          <a:r>
            <a:rPr lang="en-SE" b="0" i="0" u="none" dirty="0" err="1"/>
            <a:t>att</a:t>
          </a:r>
          <a:r>
            <a:rPr lang="en-SE" b="0" i="0" u="none" dirty="0"/>
            <a:t> </a:t>
          </a:r>
          <a:r>
            <a:rPr lang="en-SE" b="0" i="0" u="none" dirty="0" err="1"/>
            <a:t>beräkna</a:t>
          </a:r>
          <a:r>
            <a:rPr lang="en-SE" b="0" i="0" u="none" dirty="0"/>
            <a:t> </a:t>
          </a:r>
          <a:r>
            <a:rPr lang="en-SE" b="0" i="0" u="none" dirty="0" err="1"/>
            <a:t>hur</a:t>
          </a:r>
          <a:r>
            <a:rPr lang="en-SE" b="0" i="0" u="none" dirty="0"/>
            <a:t> </a:t>
          </a:r>
          <a:r>
            <a:rPr lang="en-SE" b="0" i="0" u="none" dirty="0" err="1"/>
            <a:t>många</a:t>
          </a:r>
          <a:r>
            <a:rPr lang="en-SE" b="0" i="0" u="none" dirty="0"/>
            <a:t> exemplar </a:t>
          </a:r>
          <a:r>
            <a:rPr lang="en-SE" b="0" i="0" u="none" dirty="0" err="1"/>
            <a:t>som</a:t>
          </a:r>
          <a:r>
            <a:rPr lang="en-SE" b="0" i="0" u="none" dirty="0"/>
            <a:t> </a:t>
          </a:r>
          <a:r>
            <a:rPr lang="en-SE" b="0" i="0" u="none" dirty="0" err="1"/>
            <a:t>är</a:t>
          </a:r>
          <a:r>
            <a:rPr lang="en-SE" b="0" i="0" u="none" dirty="0"/>
            <a:t> </a:t>
          </a:r>
          <a:r>
            <a:rPr lang="en-SE" b="0" i="0" u="none" dirty="0" err="1"/>
            <a:t>tillgängliga</a:t>
          </a:r>
          <a:r>
            <a:rPr lang="en-SE" b="0" i="0" u="none" dirty="0"/>
            <a:t> för </a:t>
          </a:r>
          <a:r>
            <a:rPr lang="en-SE" b="0" i="0" u="none" dirty="0" err="1"/>
            <a:t>utlåning</a:t>
          </a:r>
          <a:r>
            <a:rPr lang="en-US" dirty="0"/>
            <a:t>. </a:t>
          </a:r>
        </a:p>
        <a:p>
          <a:r>
            <a:rPr lang="en-US" dirty="0" err="1"/>
            <a:t>Innehåller</a:t>
          </a:r>
          <a:r>
            <a:rPr lang="en-US" dirty="0"/>
            <a:t> </a:t>
          </a:r>
          <a:r>
            <a:rPr lang="en-US" dirty="0" err="1"/>
            <a:t>även</a:t>
          </a:r>
          <a:r>
            <a:rPr lang="en-US" dirty="0"/>
            <a:t> ISBN </a:t>
          </a:r>
          <a:r>
            <a:rPr lang="en-US" dirty="0" err="1"/>
            <a:t>nummer</a:t>
          </a:r>
          <a:endParaRPr lang="en-US" dirty="0"/>
        </a:p>
      </dgm:t>
    </dgm:pt>
    <dgm:pt modelId="{7E08DF52-6B7E-4F66-B427-7BC2ACF67433}" type="parTrans" cxnId="{3E67850C-B996-49B0-B8AE-EBF64312822D}">
      <dgm:prSet/>
      <dgm:spPr/>
      <dgm:t>
        <a:bodyPr/>
        <a:lstStyle/>
        <a:p>
          <a:endParaRPr lang="en-US"/>
        </a:p>
      </dgm:t>
    </dgm:pt>
    <dgm:pt modelId="{56E49B8C-3955-4029-BD09-CBCC6753ACC1}" type="sibTrans" cxnId="{3E67850C-B996-49B0-B8AE-EBF64312822D}">
      <dgm:prSet/>
      <dgm:spPr/>
      <dgm:t>
        <a:bodyPr/>
        <a:lstStyle/>
        <a:p>
          <a:endParaRPr lang="en-US"/>
        </a:p>
      </dgm:t>
    </dgm:pt>
    <dgm:pt modelId="{1BB88258-8BA8-46D5-92F8-A9E1E287277E}">
      <dgm:prSet/>
      <dgm:spPr/>
      <dgm:t>
        <a:bodyPr/>
        <a:lstStyle/>
        <a:p>
          <a:r>
            <a:rPr lang="en-SE" dirty="0"/>
            <a:t>En </a:t>
          </a:r>
          <a:r>
            <a:rPr lang="en-SE" dirty="0" err="1"/>
            <a:t>boktitel</a:t>
          </a:r>
          <a:r>
            <a:rPr lang="en-SE" dirty="0"/>
            <a:t> </a:t>
          </a:r>
          <a:r>
            <a:rPr lang="en-SE" dirty="0" err="1"/>
            <a:t>kan</a:t>
          </a:r>
          <a:r>
            <a:rPr lang="en-SE" dirty="0"/>
            <a:t> ha </a:t>
          </a:r>
          <a:r>
            <a:rPr lang="en-SE" dirty="0" err="1"/>
            <a:t>ett</a:t>
          </a:r>
          <a:r>
            <a:rPr lang="en-SE" dirty="0"/>
            <a:t> </a:t>
          </a:r>
          <a:r>
            <a:rPr lang="en-SE" dirty="0" err="1"/>
            <a:t>eller</a:t>
          </a:r>
          <a:r>
            <a:rPr lang="en-SE" dirty="0"/>
            <a:t> </a:t>
          </a:r>
          <a:r>
            <a:rPr lang="en-SE" dirty="0" err="1"/>
            <a:t>flera</a:t>
          </a:r>
          <a:r>
            <a:rPr lang="en-SE" dirty="0"/>
            <a:t> </a:t>
          </a:r>
          <a:r>
            <a:rPr lang="en-SE" dirty="0" err="1"/>
            <a:t>fysiska</a:t>
          </a:r>
          <a:r>
            <a:rPr lang="en-SE" dirty="0"/>
            <a:t> exemplar</a:t>
          </a:r>
          <a:r>
            <a:rPr lang="sv-SE" dirty="0"/>
            <a:t> </a:t>
          </a:r>
          <a:endParaRPr lang="en-US" dirty="0"/>
        </a:p>
      </dgm:t>
    </dgm:pt>
    <dgm:pt modelId="{F254F75D-9833-4E74-80BF-2CD456395BA6}" type="parTrans" cxnId="{8A8878B0-2FFA-4504-9CF5-5F562C27A051}">
      <dgm:prSet/>
      <dgm:spPr/>
      <dgm:t>
        <a:bodyPr/>
        <a:lstStyle/>
        <a:p>
          <a:endParaRPr lang="en-US"/>
        </a:p>
      </dgm:t>
    </dgm:pt>
    <dgm:pt modelId="{F4D15CC7-1F12-44B5-AC1E-A16CD2E15DDB}" type="sibTrans" cxnId="{8A8878B0-2FFA-4504-9CF5-5F562C27A051}">
      <dgm:prSet/>
      <dgm:spPr/>
      <dgm:t>
        <a:bodyPr/>
        <a:lstStyle/>
        <a:p>
          <a:endParaRPr lang="en-US"/>
        </a:p>
      </dgm:t>
    </dgm:pt>
    <dgm:pt modelId="{A7262259-6D08-44DD-B13E-9ABE0B71D4A4}" type="pres">
      <dgm:prSet presAssocID="{8C2140CC-4B5C-46D9-BDFF-25BAE8E88EDF}" presName="vert0" presStyleCnt="0">
        <dgm:presLayoutVars>
          <dgm:dir/>
          <dgm:animOne val="branch"/>
          <dgm:animLvl val="lvl"/>
        </dgm:presLayoutVars>
      </dgm:prSet>
      <dgm:spPr/>
    </dgm:pt>
    <dgm:pt modelId="{609D62AD-C655-4381-BB6F-5463DA7F3AAB}" type="pres">
      <dgm:prSet presAssocID="{CEC41D9A-E241-465F-9E54-20532D04925C}" presName="thickLine" presStyleLbl="alignNode1" presStyleIdx="0" presStyleCnt="2"/>
      <dgm:spPr/>
    </dgm:pt>
    <dgm:pt modelId="{5CB978A0-532D-4A39-9A07-B2DF28112BC7}" type="pres">
      <dgm:prSet presAssocID="{CEC41D9A-E241-465F-9E54-20532D04925C}" presName="horz1" presStyleCnt="0"/>
      <dgm:spPr/>
    </dgm:pt>
    <dgm:pt modelId="{24428386-5D91-4845-95EA-9892C23DAB3F}" type="pres">
      <dgm:prSet presAssocID="{CEC41D9A-E241-465F-9E54-20532D04925C}" presName="tx1" presStyleLbl="revTx" presStyleIdx="0" presStyleCnt="2"/>
      <dgm:spPr/>
    </dgm:pt>
    <dgm:pt modelId="{218E8772-A93F-4DB9-A071-5C3B8AD278BE}" type="pres">
      <dgm:prSet presAssocID="{CEC41D9A-E241-465F-9E54-20532D04925C}" presName="vert1" presStyleCnt="0"/>
      <dgm:spPr/>
    </dgm:pt>
    <dgm:pt modelId="{038EC887-52B9-4E43-99F7-F90FDF324D3A}" type="pres">
      <dgm:prSet presAssocID="{1BB88258-8BA8-46D5-92F8-A9E1E287277E}" presName="thickLine" presStyleLbl="alignNode1" presStyleIdx="1" presStyleCnt="2"/>
      <dgm:spPr/>
    </dgm:pt>
    <dgm:pt modelId="{2902162A-0552-474B-B993-D0121BAECAEF}" type="pres">
      <dgm:prSet presAssocID="{1BB88258-8BA8-46D5-92F8-A9E1E287277E}" presName="horz1" presStyleCnt="0"/>
      <dgm:spPr/>
    </dgm:pt>
    <dgm:pt modelId="{42A0FCC2-8D88-4145-941D-735CF846DD5C}" type="pres">
      <dgm:prSet presAssocID="{1BB88258-8BA8-46D5-92F8-A9E1E287277E}" presName="tx1" presStyleLbl="revTx" presStyleIdx="1" presStyleCnt="2"/>
      <dgm:spPr/>
    </dgm:pt>
    <dgm:pt modelId="{73A86974-EADA-43C5-ADF3-B50FD42FD84E}" type="pres">
      <dgm:prSet presAssocID="{1BB88258-8BA8-46D5-92F8-A9E1E287277E}" presName="vert1" presStyleCnt="0"/>
      <dgm:spPr/>
    </dgm:pt>
  </dgm:ptLst>
  <dgm:cxnLst>
    <dgm:cxn modelId="{3E67850C-B996-49B0-B8AE-EBF64312822D}" srcId="{8C2140CC-4B5C-46D9-BDFF-25BAE8E88EDF}" destId="{CEC41D9A-E241-465F-9E54-20532D04925C}" srcOrd="0" destOrd="0" parTransId="{7E08DF52-6B7E-4F66-B427-7BC2ACF67433}" sibTransId="{56E49B8C-3955-4029-BD09-CBCC6753ACC1}"/>
    <dgm:cxn modelId="{2B45FA3C-B537-4D56-A6B8-FAFEC54A3D12}" type="presOf" srcId="{1BB88258-8BA8-46D5-92F8-A9E1E287277E}" destId="{42A0FCC2-8D88-4145-941D-735CF846DD5C}" srcOrd="0" destOrd="0" presId="urn:microsoft.com/office/officeart/2008/layout/LinedList"/>
    <dgm:cxn modelId="{232B268C-0A8C-494C-9334-640AA5EA02E8}" type="presOf" srcId="{8C2140CC-4B5C-46D9-BDFF-25BAE8E88EDF}" destId="{A7262259-6D08-44DD-B13E-9ABE0B71D4A4}" srcOrd="0" destOrd="0" presId="urn:microsoft.com/office/officeart/2008/layout/LinedList"/>
    <dgm:cxn modelId="{9DE34094-B91C-4887-AB53-21276EEAF6B9}" type="presOf" srcId="{CEC41D9A-E241-465F-9E54-20532D04925C}" destId="{24428386-5D91-4845-95EA-9892C23DAB3F}" srcOrd="0" destOrd="0" presId="urn:microsoft.com/office/officeart/2008/layout/LinedList"/>
    <dgm:cxn modelId="{8A8878B0-2FFA-4504-9CF5-5F562C27A051}" srcId="{8C2140CC-4B5C-46D9-BDFF-25BAE8E88EDF}" destId="{1BB88258-8BA8-46D5-92F8-A9E1E287277E}" srcOrd="1" destOrd="0" parTransId="{F254F75D-9833-4E74-80BF-2CD456395BA6}" sibTransId="{F4D15CC7-1F12-44B5-AC1E-A16CD2E15DDB}"/>
    <dgm:cxn modelId="{0BF34563-5E52-4F05-A3EC-D01DC4D71AD5}" type="presParOf" srcId="{A7262259-6D08-44DD-B13E-9ABE0B71D4A4}" destId="{609D62AD-C655-4381-BB6F-5463DA7F3AAB}" srcOrd="0" destOrd="0" presId="urn:microsoft.com/office/officeart/2008/layout/LinedList"/>
    <dgm:cxn modelId="{E02415E7-CFCE-485C-8469-6BE8D30C5EF8}" type="presParOf" srcId="{A7262259-6D08-44DD-B13E-9ABE0B71D4A4}" destId="{5CB978A0-532D-4A39-9A07-B2DF28112BC7}" srcOrd="1" destOrd="0" presId="urn:microsoft.com/office/officeart/2008/layout/LinedList"/>
    <dgm:cxn modelId="{4E9C9EF3-3938-4238-99AA-40BC58DE8823}" type="presParOf" srcId="{5CB978A0-532D-4A39-9A07-B2DF28112BC7}" destId="{24428386-5D91-4845-95EA-9892C23DAB3F}" srcOrd="0" destOrd="0" presId="urn:microsoft.com/office/officeart/2008/layout/LinedList"/>
    <dgm:cxn modelId="{C75FA087-9E3E-4FB5-8511-2007B806723D}" type="presParOf" srcId="{5CB978A0-532D-4A39-9A07-B2DF28112BC7}" destId="{218E8772-A93F-4DB9-A071-5C3B8AD278BE}" srcOrd="1" destOrd="0" presId="urn:microsoft.com/office/officeart/2008/layout/LinedList"/>
    <dgm:cxn modelId="{F3099A6D-545F-44EC-9B5A-2C994B0D2FA0}" type="presParOf" srcId="{A7262259-6D08-44DD-B13E-9ABE0B71D4A4}" destId="{038EC887-52B9-4E43-99F7-F90FDF324D3A}" srcOrd="2" destOrd="0" presId="urn:microsoft.com/office/officeart/2008/layout/LinedList"/>
    <dgm:cxn modelId="{262CE0BE-F749-44C5-AE9B-77BC3435411F}" type="presParOf" srcId="{A7262259-6D08-44DD-B13E-9ABE0B71D4A4}" destId="{2902162A-0552-474B-B993-D0121BAECAEF}" srcOrd="3" destOrd="0" presId="urn:microsoft.com/office/officeart/2008/layout/LinedList"/>
    <dgm:cxn modelId="{E7149A7B-FCA9-4A9F-9C5E-6ED43A922057}" type="presParOf" srcId="{2902162A-0552-474B-B993-D0121BAECAEF}" destId="{42A0FCC2-8D88-4145-941D-735CF846DD5C}" srcOrd="0" destOrd="0" presId="urn:microsoft.com/office/officeart/2008/layout/LinedList"/>
    <dgm:cxn modelId="{66EDB878-63E6-4398-8F1B-DE8C07DF0228}" type="presParOf" srcId="{2902162A-0552-474B-B993-D0121BAECAEF}" destId="{73A86974-EADA-43C5-ADF3-B50FD42FD8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FD60488-C836-46CB-B795-D0403A818099}" type="doc">
      <dgm:prSet loTypeId="urn:microsoft.com/office/officeart/2008/layout/LinedList" loCatId="list" qsTypeId="urn:microsoft.com/office/officeart/2005/8/quickstyle/simple1#95" qsCatId="simple" csTypeId="urn:microsoft.com/office/officeart/2005/8/colors/colorful2#21" csCatId="colorful" phldr="1"/>
      <dgm:spPr/>
      <dgm:t>
        <a:bodyPr/>
        <a:lstStyle/>
        <a:p>
          <a:endParaRPr lang="en-US"/>
        </a:p>
      </dgm:t>
    </dgm:pt>
    <dgm:pt modelId="{000E92C5-07CA-45A9-ABB8-D9DAE3D01C25}">
      <dgm:prSet custT="1"/>
      <dgm:spPr/>
      <dgm:t>
        <a:bodyPr/>
        <a:lstStyle/>
        <a:p>
          <a:r>
            <a:rPr lang="en-US" sz="3500" dirty="0" err="1"/>
            <a:t>Entiteten</a:t>
          </a:r>
          <a:r>
            <a:rPr lang="en-US" sz="3500" dirty="0"/>
            <a:t> “bok” </a:t>
          </a:r>
          <a:r>
            <a:rPr lang="en-US" sz="3500" dirty="0" err="1"/>
            <a:t>listar</a:t>
          </a:r>
          <a:r>
            <a:rPr lang="en-US" sz="3500" dirty="0"/>
            <a:t> alla </a:t>
          </a:r>
          <a:r>
            <a:rPr lang="en-US" sz="3500" dirty="0" err="1"/>
            <a:t>böcker</a:t>
          </a:r>
          <a:r>
            <a:rPr lang="en-US" sz="3500" dirty="0"/>
            <a:t>, </a:t>
          </a:r>
          <a:r>
            <a:rPr lang="en-US" sz="3500" dirty="0" err="1"/>
            <a:t>titlar</a:t>
          </a:r>
          <a:r>
            <a:rPr lang="en-US" sz="3500" dirty="0"/>
            <a:t> och </a:t>
          </a:r>
          <a:r>
            <a:rPr lang="en-US" sz="3500" dirty="0" err="1"/>
            <a:t>författare</a:t>
          </a:r>
          <a:r>
            <a:rPr lang="en-US" sz="3500" dirty="0"/>
            <a:t> </a:t>
          </a:r>
          <a:r>
            <a:rPr lang="en-US" sz="3500" dirty="0" err="1"/>
            <a:t>samt</a:t>
          </a:r>
          <a:r>
            <a:rPr lang="en-US" sz="3500" dirty="0"/>
            <a:t> ISBN-</a:t>
          </a:r>
          <a:r>
            <a:rPr lang="en-US" sz="3500" dirty="0" err="1"/>
            <a:t>numret</a:t>
          </a:r>
          <a:r>
            <a:rPr lang="en-US" sz="3500" dirty="0"/>
            <a:t> </a:t>
          </a:r>
        </a:p>
      </dgm:t>
    </dgm:pt>
    <dgm:pt modelId="{9BC409B6-DB0F-42D7-B581-30983937CFDB}" type="parTrans" cxnId="{063DF90B-8FAB-4C9C-88A6-B212E6AB8911}">
      <dgm:prSet/>
      <dgm:spPr/>
      <dgm:t>
        <a:bodyPr/>
        <a:lstStyle/>
        <a:p>
          <a:endParaRPr lang="en-US"/>
        </a:p>
      </dgm:t>
    </dgm:pt>
    <dgm:pt modelId="{32801263-65C1-41BE-B1E2-D67002CE8B5B}" type="sibTrans" cxnId="{063DF90B-8FAB-4C9C-88A6-B212E6AB8911}">
      <dgm:prSet/>
      <dgm:spPr/>
      <dgm:t>
        <a:bodyPr/>
        <a:lstStyle/>
        <a:p>
          <a:endParaRPr lang="en-US"/>
        </a:p>
      </dgm:t>
    </dgm:pt>
    <dgm:pt modelId="{1E083BDC-3610-4C2A-9D08-7F56F6BA978C}">
      <dgm:prSet custT="1"/>
      <dgm:spPr/>
      <dgm:t>
        <a:bodyPr/>
        <a:lstStyle/>
        <a:p>
          <a:r>
            <a:rPr lang="en-SE" sz="3500" dirty="0"/>
            <a:t>En </a:t>
          </a:r>
          <a:r>
            <a:rPr lang="en-SE" sz="3500" dirty="0" err="1"/>
            <a:t>boktitel</a:t>
          </a:r>
          <a:r>
            <a:rPr lang="en-SE" sz="3500" dirty="0"/>
            <a:t> </a:t>
          </a:r>
          <a:r>
            <a:rPr lang="en-SE" sz="3500" dirty="0" err="1"/>
            <a:t>kan</a:t>
          </a:r>
          <a:r>
            <a:rPr lang="en-SE" sz="3500" dirty="0"/>
            <a:t> ha </a:t>
          </a:r>
          <a:r>
            <a:rPr lang="en-SE" sz="3500" dirty="0" err="1"/>
            <a:t>ett</a:t>
          </a:r>
          <a:r>
            <a:rPr lang="en-SE" sz="3500" dirty="0"/>
            <a:t> </a:t>
          </a:r>
          <a:r>
            <a:rPr lang="en-SE" sz="3500" dirty="0" err="1"/>
            <a:t>eller</a:t>
          </a:r>
          <a:r>
            <a:rPr lang="en-SE" sz="3500" dirty="0"/>
            <a:t> </a:t>
          </a:r>
          <a:r>
            <a:rPr lang="en-SE" sz="3500" dirty="0" err="1"/>
            <a:t>flera</a:t>
          </a:r>
          <a:r>
            <a:rPr lang="en-SE" sz="3500" dirty="0"/>
            <a:t> </a:t>
          </a:r>
          <a:r>
            <a:rPr lang="en-SE" sz="3500" dirty="0" err="1"/>
            <a:t>fysiska</a:t>
          </a:r>
          <a:r>
            <a:rPr lang="en-SE" sz="3500" dirty="0"/>
            <a:t> exemplar</a:t>
          </a:r>
          <a:endParaRPr lang="en-US" sz="3500" dirty="0"/>
        </a:p>
      </dgm:t>
    </dgm:pt>
    <dgm:pt modelId="{E3CA3550-06D5-4406-A3F8-6A123907D660}" type="parTrans" cxnId="{87BEBF3F-DA7A-418C-B813-A87763B82B2F}">
      <dgm:prSet/>
      <dgm:spPr/>
      <dgm:t>
        <a:bodyPr/>
        <a:lstStyle/>
        <a:p>
          <a:endParaRPr lang="en-US"/>
        </a:p>
      </dgm:t>
    </dgm:pt>
    <dgm:pt modelId="{4A365F2C-A903-466D-8F55-37B5B454FB99}" type="sibTrans" cxnId="{87BEBF3F-DA7A-418C-B813-A87763B82B2F}">
      <dgm:prSet/>
      <dgm:spPr/>
      <dgm:t>
        <a:bodyPr/>
        <a:lstStyle/>
        <a:p>
          <a:endParaRPr lang="en-US"/>
        </a:p>
      </dgm:t>
    </dgm:pt>
    <dgm:pt modelId="{5992B1A3-DBA0-4358-A1F9-8A02515724F2}" type="pres">
      <dgm:prSet presAssocID="{1FD60488-C836-46CB-B795-D0403A818099}" presName="vert0" presStyleCnt="0">
        <dgm:presLayoutVars>
          <dgm:dir/>
          <dgm:animOne val="branch"/>
          <dgm:animLvl val="lvl"/>
        </dgm:presLayoutVars>
      </dgm:prSet>
      <dgm:spPr/>
    </dgm:pt>
    <dgm:pt modelId="{D67125C4-EA21-482B-9C9E-3E22D7EA25B7}" type="pres">
      <dgm:prSet presAssocID="{000E92C5-07CA-45A9-ABB8-D9DAE3D01C25}" presName="thickLine" presStyleLbl="alignNode1" presStyleIdx="0" presStyleCnt="2"/>
      <dgm:spPr/>
    </dgm:pt>
    <dgm:pt modelId="{7B58553C-62E5-4AAB-A579-529371349A57}" type="pres">
      <dgm:prSet presAssocID="{000E92C5-07CA-45A9-ABB8-D9DAE3D01C25}" presName="horz1" presStyleCnt="0"/>
      <dgm:spPr/>
    </dgm:pt>
    <dgm:pt modelId="{772B7D39-65D5-449D-A2A7-A105ADEE6149}" type="pres">
      <dgm:prSet presAssocID="{000E92C5-07CA-45A9-ABB8-D9DAE3D01C25}" presName="tx1" presStyleLbl="revTx" presStyleIdx="0" presStyleCnt="2"/>
      <dgm:spPr/>
    </dgm:pt>
    <dgm:pt modelId="{05BEB3B9-EE61-4060-B9C2-F37E1F057F4C}" type="pres">
      <dgm:prSet presAssocID="{000E92C5-07CA-45A9-ABB8-D9DAE3D01C25}" presName="vert1" presStyleCnt="0"/>
      <dgm:spPr/>
    </dgm:pt>
    <dgm:pt modelId="{01D29DF7-1A6F-4F8F-8FC4-40500D564E35}" type="pres">
      <dgm:prSet presAssocID="{1E083BDC-3610-4C2A-9D08-7F56F6BA978C}" presName="thickLine" presStyleLbl="alignNode1" presStyleIdx="1" presStyleCnt="2"/>
      <dgm:spPr/>
    </dgm:pt>
    <dgm:pt modelId="{84826004-69CE-4005-A7B8-61E6AAD1E143}" type="pres">
      <dgm:prSet presAssocID="{1E083BDC-3610-4C2A-9D08-7F56F6BA978C}" presName="horz1" presStyleCnt="0"/>
      <dgm:spPr/>
    </dgm:pt>
    <dgm:pt modelId="{31B8D3C1-90B2-4526-84BF-9DC20E9F8DC0}" type="pres">
      <dgm:prSet presAssocID="{1E083BDC-3610-4C2A-9D08-7F56F6BA978C}" presName="tx1" presStyleLbl="revTx" presStyleIdx="1" presStyleCnt="2"/>
      <dgm:spPr/>
    </dgm:pt>
    <dgm:pt modelId="{1BCA74E0-FF8F-4305-A300-2BE03957721F}" type="pres">
      <dgm:prSet presAssocID="{1E083BDC-3610-4C2A-9D08-7F56F6BA978C}" presName="vert1" presStyleCnt="0"/>
      <dgm:spPr/>
    </dgm:pt>
  </dgm:ptLst>
  <dgm:cxnLst>
    <dgm:cxn modelId="{063DF90B-8FAB-4C9C-88A6-B212E6AB8911}" srcId="{1FD60488-C836-46CB-B795-D0403A818099}" destId="{000E92C5-07CA-45A9-ABB8-D9DAE3D01C25}" srcOrd="0" destOrd="0" parTransId="{9BC409B6-DB0F-42D7-B581-30983937CFDB}" sibTransId="{32801263-65C1-41BE-B1E2-D67002CE8B5B}"/>
    <dgm:cxn modelId="{87BEBF3F-DA7A-418C-B813-A87763B82B2F}" srcId="{1FD60488-C836-46CB-B795-D0403A818099}" destId="{1E083BDC-3610-4C2A-9D08-7F56F6BA978C}" srcOrd="1" destOrd="0" parTransId="{E3CA3550-06D5-4406-A3F8-6A123907D660}" sibTransId="{4A365F2C-A903-466D-8F55-37B5B454FB99}"/>
    <dgm:cxn modelId="{50790C96-958D-425E-B0D6-8FF34A0C0B90}" type="presOf" srcId="{000E92C5-07CA-45A9-ABB8-D9DAE3D01C25}" destId="{772B7D39-65D5-449D-A2A7-A105ADEE6149}" srcOrd="0" destOrd="0" presId="urn:microsoft.com/office/officeart/2008/layout/LinedList"/>
    <dgm:cxn modelId="{37E568A3-3E24-4E73-9660-9DC5DF7264AE}" type="presOf" srcId="{1E083BDC-3610-4C2A-9D08-7F56F6BA978C}" destId="{31B8D3C1-90B2-4526-84BF-9DC20E9F8DC0}" srcOrd="0" destOrd="0" presId="urn:microsoft.com/office/officeart/2008/layout/LinedList"/>
    <dgm:cxn modelId="{B9720AD5-1D20-4275-9EBA-C2013FDB06CC}" type="presOf" srcId="{1FD60488-C836-46CB-B795-D0403A818099}" destId="{5992B1A3-DBA0-4358-A1F9-8A02515724F2}" srcOrd="0" destOrd="0" presId="urn:microsoft.com/office/officeart/2008/layout/LinedList"/>
    <dgm:cxn modelId="{8BA4E767-093A-4B99-BB1A-56ADF4EA53B1}" type="presParOf" srcId="{5992B1A3-DBA0-4358-A1F9-8A02515724F2}" destId="{D67125C4-EA21-482B-9C9E-3E22D7EA25B7}" srcOrd="0" destOrd="0" presId="urn:microsoft.com/office/officeart/2008/layout/LinedList"/>
    <dgm:cxn modelId="{16781849-D75A-431C-A5CF-655F6D35CA76}" type="presParOf" srcId="{5992B1A3-DBA0-4358-A1F9-8A02515724F2}" destId="{7B58553C-62E5-4AAB-A579-529371349A57}" srcOrd="1" destOrd="0" presId="urn:microsoft.com/office/officeart/2008/layout/LinedList"/>
    <dgm:cxn modelId="{3F811C9E-D06D-4AA7-8407-664D41D487F1}" type="presParOf" srcId="{7B58553C-62E5-4AAB-A579-529371349A57}" destId="{772B7D39-65D5-449D-A2A7-A105ADEE6149}" srcOrd="0" destOrd="0" presId="urn:microsoft.com/office/officeart/2008/layout/LinedList"/>
    <dgm:cxn modelId="{E1B71695-5738-432F-93AF-C84956FD82A8}" type="presParOf" srcId="{7B58553C-62E5-4AAB-A579-529371349A57}" destId="{05BEB3B9-EE61-4060-B9C2-F37E1F057F4C}" srcOrd="1" destOrd="0" presId="urn:microsoft.com/office/officeart/2008/layout/LinedList"/>
    <dgm:cxn modelId="{BE3C87F4-6D2E-4A5F-A85A-279379C1A9FE}" type="presParOf" srcId="{5992B1A3-DBA0-4358-A1F9-8A02515724F2}" destId="{01D29DF7-1A6F-4F8F-8FC4-40500D564E35}" srcOrd="2" destOrd="0" presId="urn:microsoft.com/office/officeart/2008/layout/LinedList"/>
    <dgm:cxn modelId="{A308238A-E404-45D4-9C5C-0F0850622FDB}" type="presParOf" srcId="{5992B1A3-DBA0-4358-A1F9-8A02515724F2}" destId="{84826004-69CE-4005-A7B8-61E6AAD1E143}" srcOrd="3" destOrd="0" presId="urn:microsoft.com/office/officeart/2008/layout/LinedList"/>
    <dgm:cxn modelId="{BA7FD893-D65F-4BE7-8BFE-1F181AA3C196}" type="presParOf" srcId="{84826004-69CE-4005-A7B8-61E6AAD1E143}" destId="{31B8D3C1-90B2-4526-84BF-9DC20E9F8DC0}" srcOrd="0" destOrd="0" presId="urn:microsoft.com/office/officeart/2008/layout/LinedList"/>
    <dgm:cxn modelId="{EAFB3D4A-506B-4BEA-A13B-9FAEAED910D3}" type="presParOf" srcId="{84826004-69CE-4005-A7B8-61E6AAD1E143}" destId="{1BCA74E0-FF8F-4305-A300-2BE0395772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C1507-28A1-4D94-A35E-22B2C52C8F45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24547-328E-43B0-AD34-B8EFAE3C818B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Spåra</a:t>
          </a:r>
          <a:r>
            <a:rPr lang="en-US" sz="1600" kern="1200" dirty="0"/>
            <a:t> </a:t>
          </a:r>
          <a:r>
            <a:rPr lang="en-US" sz="1600" kern="1200" dirty="0" err="1"/>
            <a:t>böcker</a:t>
          </a:r>
          <a:r>
            <a:rPr lang="en-US" sz="1600" kern="1200" dirty="0"/>
            <a:t>, </a:t>
          </a:r>
          <a:r>
            <a:rPr lang="en-US" sz="1600" kern="1200" dirty="0" err="1"/>
            <a:t>unika</a:t>
          </a:r>
          <a:r>
            <a:rPr lang="en-US" sz="1600" kern="1200" dirty="0"/>
            <a:t> exemplar och </a:t>
          </a:r>
          <a:r>
            <a:rPr lang="en-US" sz="1600" kern="1200" dirty="0" err="1"/>
            <a:t>medlemmar</a:t>
          </a:r>
          <a:endParaRPr lang="en-US" sz="1600" kern="1200" dirty="0"/>
        </a:p>
      </dsp:txBody>
      <dsp:txXfrm>
        <a:off x="1011204" y="630714"/>
        <a:ext cx="1946396" cy="1946396"/>
      </dsp:txXfrm>
    </dsp:sp>
    <dsp:sp modelId="{BDBFF06C-2965-45BF-9256-2A1D60FB2856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Hantera</a:t>
          </a:r>
          <a:r>
            <a:rPr lang="en-US" sz="1600" kern="1200" dirty="0"/>
            <a:t> </a:t>
          </a:r>
          <a:r>
            <a:rPr lang="en-US" sz="1600" kern="1200" dirty="0" err="1"/>
            <a:t>utlåning</a:t>
          </a:r>
          <a:r>
            <a:rPr lang="en-US" sz="1600" kern="1200" dirty="0"/>
            <a:t> via </a:t>
          </a:r>
          <a:r>
            <a:rPr lang="en-US" sz="1600" kern="1200" dirty="0" err="1"/>
            <a:t>strukturerade</a:t>
          </a:r>
          <a:r>
            <a:rPr lang="en-US" sz="1600" kern="1200" dirty="0"/>
            <a:t> </a:t>
          </a:r>
          <a:r>
            <a:rPr lang="en-US" sz="1600" kern="1200" dirty="0" err="1"/>
            <a:t>låntransaktioner</a:t>
          </a:r>
          <a:endParaRPr lang="en-US" sz="1600" kern="1200" dirty="0"/>
        </a:p>
      </dsp:txBody>
      <dsp:txXfrm>
        <a:off x="3334113" y="630714"/>
        <a:ext cx="1946396" cy="1946396"/>
      </dsp:txXfrm>
    </dsp:sp>
    <dsp:sp modelId="{1F6440AE-A949-4A2A-9E0D-8FE2D5303003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Registrera</a:t>
          </a:r>
          <a:r>
            <a:rPr lang="en-US" sz="1600" kern="1200" dirty="0"/>
            <a:t> </a:t>
          </a:r>
          <a:r>
            <a:rPr lang="en-US" sz="1600" kern="1200" dirty="0" err="1"/>
            <a:t>gemensamt</a:t>
          </a:r>
          <a:r>
            <a:rPr lang="en-US" sz="1600" kern="1200" dirty="0"/>
            <a:t> </a:t>
          </a:r>
          <a:r>
            <a:rPr lang="en-US" sz="1600" kern="1200" dirty="0" err="1"/>
            <a:t>återlämningsdatum</a:t>
          </a:r>
          <a:r>
            <a:rPr lang="en-US" sz="1600" kern="1200" dirty="0"/>
            <a:t> per </a:t>
          </a:r>
          <a:r>
            <a:rPr lang="en-US" sz="1600" kern="1200" dirty="0" err="1"/>
            <a:t>transaktion</a:t>
          </a:r>
          <a:endParaRPr lang="en-US" sz="1600" kern="1200" dirty="0"/>
        </a:p>
      </dsp:txBody>
      <dsp:txXfrm>
        <a:off x="1011204" y="2953623"/>
        <a:ext cx="1946396" cy="1946396"/>
      </dsp:txXfrm>
    </dsp:sp>
    <dsp:sp modelId="{DDF1FF2A-0A1D-432B-B09A-1394712CFB94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Stödja</a:t>
          </a:r>
          <a:r>
            <a:rPr lang="en-US" sz="1600" kern="1200" dirty="0"/>
            <a:t> </a:t>
          </a:r>
          <a:r>
            <a:rPr lang="en-US" sz="1600" kern="1200" dirty="0" err="1"/>
            <a:t>tomma</a:t>
          </a:r>
          <a:r>
            <a:rPr lang="en-US" sz="1600" kern="1200" dirty="0"/>
            <a:t> </a:t>
          </a:r>
          <a:r>
            <a:rPr lang="en-US" sz="1600" kern="1200" dirty="0" err="1"/>
            <a:t>returdatum</a:t>
          </a:r>
          <a:r>
            <a:rPr lang="en-US" sz="1600" kern="1200" dirty="0"/>
            <a:t> (NULL) under </a:t>
          </a:r>
          <a:r>
            <a:rPr lang="en-US" sz="1600" kern="1200" dirty="0" err="1"/>
            <a:t>pågående</a:t>
          </a:r>
          <a:r>
            <a:rPr lang="en-US" sz="1600" kern="1200" dirty="0"/>
            <a:t> </a:t>
          </a:r>
          <a:r>
            <a:rPr lang="en-US" sz="1600" kern="1200" dirty="0" err="1"/>
            <a:t>lån</a:t>
          </a:r>
          <a:endParaRPr lang="en-US" sz="1600" kern="1200" dirty="0"/>
        </a:p>
      </dsp:txBody>
      <dsp:txXfrm>
        <a:off x="3334113" y="2953623"/>
        <a:ext cx="1946396" cy="1946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47DA4-1A26-48BC-B730-A4C7D4B15629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B5EF9-5D2E-4261-9CC8-62153C2C0636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Entiteten</a:t>
          </a:r>
          <a:r>
            <a:rPr lang="en-US" sz="2000" kern="1200" dirty="0"/>
            <a:t> “</a:t>
          </a:r>
          <a:r>
            <a:rPr lang="en-US" sz="2000" kern="1200" dirty="0" err="1"/>
            <a:t>medlem</a:t>
          </a:r>
          <a:r>
            <a:rPr lang="en-US" sz="2000" kern="1200" dirty="0"/>
            <a:t>”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Medlemmar</a:t>
          </a:r>
          <a:r>
            <a:rPr lang="en-US" sz="2000" kern="1200" dirty="0"/>
            <a:t> </a:t>
          </a:r>
          <a:r>
            <a:rPr lang="en-US" sz="2000" kern="1200" dirty="0" err="1"/>
            <a:t>registreras</a:t>
          </a:r>
          <a:r>
            <a:rPr lang="en-US" sz="2000" kern="1200" dirty="0"/>
            <a:t> </a:t>
          </a:r>
          <a:r>
            <a:rPr lang="en-US" sz="2000" kern="1200" dirty="0" err="1"/>
            <a:t>i</a:t>
          </a:r>
          <a:r>
            <a:rPr lang="en-US" sz="2000" kern="1200" dirty="0"/>
            <a:t> </a:t>
          </a:r>
          <a:r>
            <a:rPr lang="en-US" sz="2000" kern="1200" dirty="0" err="1"/>
            <a:t>systemet</a:t>
          </a:r>
          <a:r>
            <a:rPr lang="en-US" sz="2000" kern="1200" dirty="0"/>
            <a:t> och </a:t>
          </a:r>
          <a:r>
            <a:rPr lang="en-US" sz="2000" kern="1200" dirty="0" err="1"/>
            <a:t>finns</a:t>
          </a:r>
          <a:r>
            <a:rPr lang="en-US" sz="2000" kern="1200" dirty="0"/>
            <a:t> </a:t>
          </a:r>
          <a:r>
            <a:rPr lang="en-US" sz="2000" kern="1200" dirty="0" err="1"/>
            <a:t>i</a:t>
          </a:r>
          <a:r>
            <a:rPr lang="en-US" sz="2000" kern="1200" dirty="0"/>
            <a:t> </a:t>
          </a:r>
          <a:r>
            <a:rPr lang="en-US" sz="2000" kern="1200" dirty="0" err="1"/>
            <a:t>detta</a:t>
          </a:r>
          <a:r>
            <a:rPr lang="en-US" sz="2000" kern="1200" dirty="0"/>
            <a:t> </a:t>
          </a:r>
          <a:r>
            <a:rPr lang="en-US" sz="2000" kern="1200" dirty="0" err="1"/>
            <a:t>oavsett</a:t>
          </a:r>
          <a:r>
            <a:rPr lang="en-US" sz="2000" kern="1200" dirty="0"/>
            <a:t> om de </a:t>
          </a:r>
          <a:r>
            <a:rPr lang="en-US" sz="2000" kern="1200" dirty="0" err="1"/>
            <a:t>utför</a:t>
          </a:r>
          <a:r>
            <a:rPr lang="en-US" sz="2000" kern="1200" dirty="0"/>
            <a:t> </a:t>
          </a:r>
          <a:r>
            <a:rPr lang="en-US" sz="2000" kern="1200" dirty="0" err="1"/>
            <a:t>lån</a:t>
          </a:r>
          <a:r>
            <a:rPr lang="en-US" sz="2000" kern="1200" dirty="0"/>
            <a:t> </a:t>
          </a:r>
          <a:r>
            <a:rPr lang="en-US" sz="2000" kern="1200" dirty="0" err="1"/>
            <a:t>eller</a:t>
          </a:r>
          <a:r>
            <a:rPr lang="en-US" sz="2000" kern="1200" dirty="0"/>
            <a:t> </a:t>
          </a:r>
          <a:r>
            <a:rPr lang="en-US" sz="2000" kern="1200" dirty="0" err="1"/>
            <a:t>inte</a:t>
          </a:r>
          <a:r>
            <a:rPr lang="en-US" sz="2000" kern="1200" dirty="0"/>
            <a:t>. </a:t>
          </a:r>
        </a:p>
      </dsp:txBody>
      <dsp:txXfrm>
        <a:off x="0" y="675"/>
        <a:ext cx="6291714" cy="1105876"/>
      </dsp:txXfrm>
    </dsp:sp>
    <dsp:sp modelId="{F15B1D2F-D7B9-4D1B-A10E-6479CA973DCE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9EF67-9777-4830-8B6D-D215979A826B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 </a:t>
          </a:r>
          <a:r>
            <a:rPr lang="en-US" sz="2000" kern="1200" dirty="0" err="1"/>
            <a:t>registreras</a:t>
          </a:r>
          <a:r>
            <a:rPr lang="en-US" sz="2000" kern="1200" dirty="0"/>
            <a:t> med </a:t>
          </a:r>
          <a:r>
            <a:rPr lang="en-US" sz="2000" kern="1200" dirty="0" err="1"/>
            <a:t>förnamn</a:t>
          </a:r>
          <a:r>
            <a:rPr lang="en-US" sz="2000" kern="1200" dirty="0"/>
            <a:t>, </a:t>
          </a:r>
          <a:r>
            <a:rPr lang="en-US" sz="2000" kern="1200" dirty="0" err="1"/>
            <a:t>efternamn</a:t>
          </a:r>
          <a:r>
            <a:rPr lang="en-US" sz="2000" kern="1200" dirty="0"/>
            <a:t> </a:t>
          </a:r>
          <a:r>
            <a:rPr lang="en-US" sz="2000" kern="1200" dirty="0" err="1"/>
            <a:t>samt</a:t>
          </a:r>
          <a:r>
            <a:rPr lang="en-US" sz="2000" kern="1200" dirty="0"/>
            <a:t> </a:t>
          </a:r>
          <a:r>
            <a:rPr lang="en-US" sz="2000" kern="1200" dirty="0" err="1"/>
            <a:t>telefonnummer</a:t>
          </a:r>
          <a:r>
            <a:rPr lang="en-US" sz="2000" kern="1200" dirty="0"/>
            <a:t> och </a:t>
          </a:r>
          <a:r>
            <a:rPr lang="en-US" sz="2000" kern="1200" dirty="0" err="1"/>
            <a:t>tilldelas</a:t>
          </a:r>
          <a:r>
            <a:rPr lang="en-US" sz="2000" kern="1200" dirty="0"/>
            <a:t> </a:t>
          </a:r>
          <a:r>
            <a:rPr lang="en-US" sz="2000" kern="1200" dirty="0" err="1"/>
            <a:t>ett</a:t>
          </a:r>
          <a:r>
            <a:rPr lang="en-US" sz="2000" kern="1200" dirty="0"/>
            <a:t> </a:t>
          </a:r>
          <a:r>
            <a:rPr lang="en-US" sz="2000" kern="1200" dirty="0" err="1"/>
            <a:t>medlemskaps</a:t>
          </a:r>
          <a:r>
            <a:rPr lang="en-US" sz="2000" kern="1200" dirty="0"/>
            <a:t>-ID. </a:t>
          </a:r>
        </a:p>
      </dsp:txBody>
      <dsp:txXfrm>
        <a:off x="0" y="1106552"/>
        <a:ext cx="6291714" cy="1105876"/>
      </dsp:txXfrm>
    </dsp:sp>
    <dsp:sp modelId="{EFC18322-56E8-49FD-91D7-E6F801052175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485DF-C6E0-4DC1-A149-D9166BBF43F8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 </a:t>
          </a:r>
          <a:r>
            <a:rPr lang="en-US" sz="2000" kern="1200" dirty="0" err="1"/>
            <a:t>medlem</a:t>
          </a:r>
          <a:r>
            <a:rPr lang="en-US" sz="2000" kern="1200" dirty="0"/>
            <a:t> </a:t>
          </a:r>
          <a:r>
            <a:rPr lang="en-US" sz="2000" kern="1200" dirty="0" err="1"/>
            <a:t>kan</a:t>
          </a:r>
          <a:r>
            <a:rPr lang="en-US" sz="2000" kern="1200" dirty="0"/>
            <a:t> </a:t>
          </a:r>
          <a:r>
            <a:rPr lang="en-US" sz="2000" kern="1200" dirty="0" err="1"/>
            <a:t>låna</a:t>
          </a:r>
          <a:r>
            <a:rPr lang="en-US" sz="2000" kern="1200" dirty="0"/>
            <a:t> </a:t>
          </a:r>
          <a:r>
            <a:rPr lang="en-US" sz="2000" kern="1200" dirty="0" err="1"/>
            <a:t>flera</a:t>
          </a:r>
          <a:r>
            <a:rPr lang="en-US" sz="2000" kern="1200" dirty="0"/>
            <a:t> </a:t>
          </a:r>
          <a:r>
            <a:rPr lang="en-US" sz="2000" kern="1200" dirty="0" err="1"/>
            <a:t>böcker</a:t>
          </a:r>
          <a:r>
            <a:rPr lang="en-US" sz="2000" kern="1200" dirty="0"/>
            <a:t>, men </a:t>
          </a:r>
          <a:r>
            <a:rPr lang="en-US" sz="2000" kern="1200" dirty="0" err="1"/>
            <a:t>varje</a:t>
          </a:r>
          <a:r>
            <a:rPr lang="en-US" sz="2000" kern="1200" dirty="0"/>
            <a:t> exemplar </a:t>
          </a:r>
          <a:r>
            <a:rPr lang="en-US" sz="2000" kern="1200" dirty="0" err="1"/>
            <a:t>kan</a:t>
          </a:r>
          <a:r>
            <a:rPr lang="en-US" sz="2000" kern="1200" dirty="0"/>
            <a:t> </a:t>
          </a:r>
          <a:r>
            <a:rPr lang="en-US" sz="2000" kern="1200" dirty="0" err="1"/>
            <a:t>endast</a:t>
          </a:r>
          <a:r>
            <a:rPr lang="en-US" sz="2000" kern="1200" dirty="0"/>
            <a:t> </a:t>
          </a:r>
          <a:r>
            <a:rPr lang="en-US" sz="2000" kern="1200" dirty="0" err="1"/>
            <a:t>lånas</a:t>
          </a:r>
          <a:r>
            <a:rPr lang="en-US" sz="2000" kern="1200" dirty="0"/>
            <a:t> av </a:t>
          </a:r>
          <a:r>
            <a:rPr lang="en-US" sz="2000" kern="1200" dirty="0" err="1"/>
            <a:t>en</a:t>
          </a:r>
          <a:r>
            <a:rPr lang="en-US" sz="2000" kern="1200" dirty="0"/>
            <a:t> </a:t>
          </a:r>
          <a:r>
            <a:rPr lang="en-US" sz="2000" kern="1200" dirty="0" err="1"/>
            <a:t>medlem</a:t>
          </a:r>
          <a:r>
            <a:rPr lang="en-US" sz="2000" kern="1200" dirty="0"/>
            <a:t> </a:t>
          </a:r>
          <a:r>
            <a:rPr lang="en-US" sz="2000" kern="1200" dirty="0" err="1"/>
            <a:t>åt</a:t>
          </a:r>
          <a:r>
            <a:rPr lang="en-US" sz="2000" kern="1200" dirty="0"/>
            <a:t> </a:t>
          </a:r>
          <a:r>
            <a:rPr lang="en-US" sz="2000" kern="1200" dirty="0" err="1"/>
            <a:t>gången</a:t>
          </a:r>
          <a:r>
            <a:rPr lang="en-US" sz="2000" kern="1200" dirty="0"/>
            <a:t>.</a:t>
          </a:r>
        </a:p>
      </dsp:txBody>
      <dsp:txXfrm>
        <a:off x="0" y="2212429"/>
        <a:ext cx="6291714" cy="1105876"/>
      </dsp:txXfrm>
    </dsp:sp>
    <dsp:sp modelId="{6A9B71DD-F68D-4348-A6DE-1444A009098E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EF005-E78D-4ACB-B9B6-C474501624E6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När</a:t>
          </a:r>
          <a:r>
            <a:rPr lang="en-US" sz="2000" kern="1200" dirty="0"/>
            <a:t> </a:t>
          </a:r>
          <a:r>
            <a:rPr lang="en-US" sz="2000" kern="1200" dirty="0" err="1"/>
            <a:t>medlemmen</a:t>
          </a:r>
          <a:r>
            <a:rPr lang="en-US" sz="2000" kern="1200" dirty="0"/>
            <a:t> </a:t>
          </a:r>
          <a:r>
            <a:rPr lang="en-US" sz="2000" kern="1200" dirty="0" err="1"/>
            <a:t>utför</a:t>
          </a:r>
          <a:r>
            <a:rPr lang="en-US" sz="2000" kern="1200" dirty="0"/>
            <a:t> </a:t>
          </a:r>
          <a:r>
            <a:rPr lang="en-US" sz="2000" kern="1200" dirty="0" err="1"/>
            <a:t>ett</a:t>
          </a:r>
          <a:r>
            <a:rPr lang="en-US" sz="2000" kern="1200" dirty="0"/>
            <a:t> </a:t>
          </a:r>
          <a:r>
            <a:rPr lang="en-US" sz="2000" kern="1200" dirty="0" err="1"/>
            <a:t>lån</a:t>
          </a:r>
          <a:r>
            <a:rPr lang="en-US" sz="2000" kern="1200" dirty="0"/>
            <a:t> </a:t>
          </a:r>
          <a:r>
            <a:rPr lang="en-US" sz="2000" kern="1200" dirty="0" err="1"/>
            <a:t>så</a:t>
          </a:r>
          <a:r>
            <a:rPr lang="en-US" sz="2000" kern="1200" dirty="0"/>
            <a:t> </a:t>
          </a:r>
          <a:r>
            <a:rPr lang="en-US" sz="2000" kern="1200" dirty="0" err="1"/>
            <a:t>tilldelas</a:t>
          </a:r>
          <a:r>
            <a:rPr lang="en-US" sz="2000" kern="1200" dirty="0"/>
            <a:t> </a:t>
          </a:r>
          <a:r>
            <a:rPr lang="en-US" sz="2000" kern="1200" dirty="0" err="1"/>
            <a:t>personen</a:t>
          </a:r>
          <a:r>
            <a:rPr lang="en-US" sz="2000" kern="1200" dirty="0"/>
            <a:t> </a:t>
          </a:r>
          <a:r>
            <a:rPr lang="en-US" sz="2000" kern="1200" dirty="0" err="1"/>
            <a:t>ett</a:t>
          </a:r>
          <a:r>
            <a:rPr lang="en-US" sz="2000" kern="1200" dirty="0"/>
            <a:t> </a:t>
          </a:r>
          <a:r>
            <a:rPr lang="en-US" sz="2000" kern="1200" dirty="0" err="1"/>
            <a:t>återlämningsdatum</a:t>
          </a:r>
          <a:r>
            <a:rPr lang="en-US" sz="2000" kern="1200" dirty="0"/>
            <a:t> - den </a:t>
          </a:r>
          <a:r>
            <a:rPr lang="en-US" sz="2000" kern="1200" dirty="0" err="1"/>
            <a:t>tiden</a:t>
          </a:r>
          <a:r>
            <a:rPr lang="en-US" sz="2000" kern="1200" dirty="0"/>
            <a:t> </a:t>
          </a:r>
          <a:r>
            <a:rPr lang="en-US" sz="2000" kern="1200" dirty="0" err="1"/>
            <a:t>boken</a:t>
          </a:r>
          <a:r>
            <a:rPr lang="en-US" sz="2000" kern="1200" dirty="0"/>
            <a:t> </a:t>
          </a:r>
          <a:r>
            <a:rPr lang="en-US" sz="2000" kern="1200" dirty="0" err="1"/>
            <a:t>senast</a:t>
          </a:r>
          <a:r>
            <a:rPr lang="en-US" sz="2000" kern="1200" dirty="0"/>
            <a:t> ska </a:t>
          </a:r>
          <a:r>
            <a:rPr lang="en-US" sz="2000" kern="1200" dirty="0" err="1"/>
            <a:t>vara</a:t>
          </a:r>
          <a:r>
            <a:rPr lang="en-US" sz="2000" kern="1200" dirty="0"/>
            <a:t> </a:t>
          </a:r>
          <a:r>
            <a:rPr lang="en-US" sz="2000" kern="1200" dirty="0" err="1"/>
            <a:t>tillbaka</a:t>
          </a:r>
          <a:r>
            <a:rPr lang="en-US" sz="2000" kern="1200" dirty="0"/>
            <a:t> till </a:t>
          </a:r>
          <a:r>
            <a:rPr lang="en-US" sz="2000" kern="1200" dirty="0" err="1"/>
            <a:t>biblioteket</a:t>
          </a:r>
          <a:r>
            <a:rPr lang="en-US" sz="2000" kern="1200" dirty="0"/>
            <a:t>.</a:t>
          </a:r>
        </a:p>
      </dsp:txBody>
      <dsp:txXfrm>
        <a:off x="0" y="3318305"/>
        <a:ext cx="6291714" cy="1105876"/>
      </dsp:txXfrm>
    </dsp:sp>
    <dsp:sp modelId="{17FFA68D-95E8-4A2C-A322-E58B139221C7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7DAC6-1B52-454D-8F3B-4A47351C8D31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 </a:t>
          </a:r>
          <a:r>
            <a:rPr lang="en-US" sz="2000" kern="1200" dirty="0" err="1"/>
            <a:t>medlem</a:t>
          </a:r>
          <a:r>
            <a:rPr lang="en-US" sz="2000" kern="1200" dirty="0"/>
            <a:t> </a:t>
          </a:r>
          <a:r>
            <a:rPr lang="en-US" sz="2000" kern="1200" dirty="0" err="1"/>
            <a:t>kan</a:t>
          </a:r>
          <a:r>
            <a:rPr lang="en-US" sz="2000" kern="1200" dirty="0"/>
            <a:t> </a:t>
          </a:r>
          <a:r>
            <a:rPr lang="en-US" sz="2000" kern="1200" dirty="0" err="1"/>
            <a:t>göra</a:t>
          </a:r>
          <a:r>
            <a:rPr lang="en-US" sz="2000" kern="1200" dirty="0"/>
            <a:t> </a:t>
          </a:r>
          <a:r>
            <a:rPr lang="en-US" sz="2000" kern="1200" dirty="0" err="1"/>
            <a:t>en</a:t>
          </a:r>
          <a:r>
            <a:rPr lang="en-US" sz="2000" kern="1200" dirty="0"/>
            <a:t> </a:t>
          </a:r>
          <a:r>
            <a:rPr lang="en-US" sz="2000" kern="1200" dirty="0" err="1"/>
            <a:t>eller</a:t>
          </a:r>
          <a:r>
            <a:rPr lang="en-US" sz="2000" kern="1200" dirty="0"/>
            <a:t> </a:t>
          </a:r>
          <a:r>
            <a:rPr lang="en-US" sz="2000" kern="1200" dirty="0" err="1"/>
            <a:t>flera</a:t>
          </a:r>
          <a:r>
            <a:rPr lang="en-US" sz="2000" kern="1200" dirty="0"/>
            <a:t> </a:t>
          </a:r>
          <a:r>
            <a:rPr lang="en-US" sz="2000" kern="1200" dirty="0" err="1"/>
            <a:t>lånetransaktioner</a:t>
          </a:r>
          <a:r>
            <a:rPr lang="en-US" sz="2000" kern="1200" dirty="0"/>
            <a:t>.</a:t>
          </a:r>
        </a:p>
      </dsp:txBody>
      <dsp:txXfrm>
        <a:off x="0" y="4424182"/>
        <a:ext cx="6291714" cy="11058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E1096-9F0B-43D9-B575-4B8F0F0E5447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ED929-48E3-4663-9FA0-DEFA21FE9401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Entiteten</a:t>
          </a:r>
          <a:r>
            <a:rPr lang="en-US" sz="2500" kern="1200" dirty="0"/>
            <a:t> “</a:t>
          </a:r>
          <a:r>
            <a:rPr lang="en-US" sz="2500" kern="1200" dirty="0" err="1"/>
            <a:t>lånetransaktion</a:t>
          </a:r>
          <a:r>
            <a:rPr lang="en-US" sz="2500" kern="1200" dirty="0"/>
            <a:t>” - </a:t>
          </a:r>
          <a:r>
            <a:rPr lang="en-US" sz="2500" kern="1200" dirty="0" err="1"/>
            <a:t>själva</a:t>
          </a:r>
          <a:r>
            <a:rPr lang="en-US" sz="2500" kern="1200" dirty="0"/>
            <a:t> </a:t>
          </a:r>
          <a:r>
            <a:rPr lang="en-US" sz="2500" kern="1200" dirty="0" err="1"/>
            <a:t>kvittot</a:t>
          </a:r>
          <a:r>
            <a:rPr lang="en-US" sz="2500" kern="1200" dirty="0"/>
            <a:t> </a:t>
          </a:r>
          <a:r>
            <a:rPr lang="en-US" sz="2500" kern="1200" dirty="0" err="1"/>
            <a:t>när</a:t>
          </a:r>
          <a:r>
            <a:rPr lang="en-US" sz="2500" kern="1200" dirty="0"/>
            <a:t>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medlem</a:t>
          </a:r>
          <a:r>
            <a:rPr lang="en-US" sz="2500" kern="1200" dirty="0"/>
            <a:t> </a:t>
          </a:r>
          <a:r>
            <a:rPr lang="en-US" sz="2500" kern="1200" dirty="0" err="1"/>
            <a:t>utför</a:t>
          </a:r>
          <a:r>
            <a:rPr lang="en-US" sz="2500" kern="1200" dirty="0"/>
            <a:t> </a:t>
          </a:r>
          <a:r>
            <a:rPr lang="en-US" sz="2500" kern="1200" dirty="0" err="1"/>
            <a:t>ett</a:t>
          </a:r>
          <a:r>
            <a:rPr lang="en-US" sz="2500" kern="1200" dirty="0"/>
            <a:t> </a:t>
          </a:r>
          <a:r>
            <a:rPr lang="en-US" sz="2500" kern="1200" dirty="0" err="1"/>
            <a:t>eller</a:t>
          </a:r>
          <a:r>
            <a:rPr lang="en-US" sz="2500" kern="1200" dirty="0"/>
            <a:t> </a:t>
          </a:r>
          <a:r>
            <a:rPr lang="en-US" sz="2500" kern="1200" dirty="0" err="1"/>
            <a:t>flera</a:t>
          </a:r>
          <a:r>
            <a:rPr lang="en-US" sz="2500" kern="1200" dirty="0"/>
            <a:t> </a:t>
          </a:r>
          <a:r>
            <a:rPr lang="en-US" sz="2500" kern="1200" dirty="0" err="1"/>
            <a:t>lån</a:t>
          </a:r>
          <a:r>
            <a:rPr lang="en-US" sz="2500" kern="1200" dirty="0"/>
            <a:t>.</a:t>
          </a:r>
        </a:p>
      </dsp:txBody>
      <dsp:txXfrm>
        <a:off x="0" y="2700"/>
        <a:ext cx="6291714" cy="1841777"/>
      </dsp:txXfrm>
    </dsp:sp>
    <dsp:sp modelId="{1697901E-8726-41BC-8F15-05F277FB8078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0B444-B53A-44F4-A765-9455D7F343B3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På</a:t>
          </a:r>
          <a:r>
            <a:rPr lang="en-US" sz="2500" kern="1200" dirty="0"/>
            <a:t> </a:t>
          </a:r>
          <a:r>
            <a:rPr lang="en-US" sz="2500" kern="1200" dirty="0" err="1"/>
            <a:t>kvittot</a:t>
          </a:r>
          <a:r>
            <a:rPr lang="en-US" sz="2500" kern="1200" dirty="0"/>
            <a:t> </a:t>
          </a:r>
          <a:r>
            <a:rPr lang="en-US" sz="2500" kern="1200" dirty="0" err="1"/>
            <a:t>registreras</a:t>
          </a:r>
          <a:r>
            <a:rPr lang="en-US" sz="2500" kern="1200" dirty="0"/>
            <a:t> </a:t>
          </a:r>
          <a:r>
            <a:rPr lang="en-US" sz="2500" kern="1200" dirty="0" err="1"/>
            <a:t>återlämningsdatumet</a:t>
          </a:r>
          <a:r>
            <a:rPr lang="en-US" sz="2500" kern="1200" dirty="0"/>
            <a:t>. Under </a:t>
          </a:r>
          <a:r>
            <a:rPr lang="en-US" sz="2500" kern="1200" dirty="0" err="1"/>
            <a:t>pågående</a:t>
          </a:r>
          <a:r>
            <a:rPr lang="en-US" sz="2500" kern="1200" dirty="0"/>
            <a:t> </a:t>
          </a:r>
          <a:r>
            <a:rPr lang="en-US" sz="2500" kern="1200" dirty="0" err="1"/>
            <a:t>lån</a:t>
          </a:r>
          <a:r>
            <a:rPr lang="en-US" sz="2500" kern="1200" dirty="0"/>
            <a:t> och </a:t>
          </a:r>
          <a:r>
            <a:rPr lang="en-US" sz="2500" kern="1200" dirty="0" err="1"/>
            <a:t>fram</a:t>
          </a:r>
          <a:r>
            <a:rPr lang="en-US" sz="2500" kern="1200" dirty="0"/>
            <a:t> tills </a:t>
          </a:r>
          <a:r>
            <a:rPr lang="en-US" sz="2500" kern="1200" dirty="0" err="1"/>
            <a:t>dess</a:t>
          </a:r>
          <a:r>
            <a:rPr lang="en-US" sz="2500" kern="1200" dirty="0"/>
            <a:t> </a:t>
          </a:r>
          <a:r>
            <a:rPr lang="en-US" sz="2500" kern="1200" dirty="0" err="1"/>
            <a:t>boken</a:t>
          </a:r>
          <a:r>
            <a:rPr lang="en-US" sz="2500" kern="1200" dirty="0"/>
            <a:t> </a:t>
          </a:r>
          <a:r>
            <a:rPr lang="en-US" sz="2500" kern="1200" dirty="0" err="1"/>
            <a:t>lämnats</a:t>
          </a:r>
          <a:r>
            <a:rPr lang="en-US" sz="2500" kern="1200" dirty="0"/>
            <a:t> </a:t>
          </a:r>
          <a:r>
            <a:rPr lang="en-US" sz="2500" kern="1200" dirty="0" err="1"/>
            <a:t>tillbaka</a:t>
          </a:r>
          <a:r>
            <a:rPr lang="en-US" sz="2500" kern="1200" dirty="0"/>
            <a:t> </a:t>
          </a:r>
          <a:r>
            <a:rPr lang="en-US" sz="2500" kern="1200" dirty="0" err="1"/>
            <a:t>så</a:t>
          </a:r>
          <a:r>
            <a:rPr lang="en-US" sz="2500" kern="1200" dirty="0"/>
            <a:t> ligger den </a:t>
          </a:r>
          <a:r>
            <a:rPr lang="en-US" sz="2500" kern="1200" dirty="0" err="1"/>
            <a:t>registrerad</a:t>
          </a:r>
          <a:r>
            <a:rPr lang="en-US" sz="2500" kern="1200" dirty="0"/>
            <a:t> </a:t>
          </a:r>
          <a:r>
            <a:rPr lang="en-US" sz="2500" kern="1200" dirty="0" err="1"/>
            <a:t>som</a:t>
          </a:r>
          <a:r>
            <a:rPr lang="en-US" sz="2500" kern="1200" dirty="0"/>
            <a:t> </a:t>
          </a:r>
          <a:r>
            <a:rPr lang="en-US" sz="2500" kern="1200" dirty="0" err="1"/>
            <a:t>tomt</a:t>
          </a:r>
          <a:r>
            <a:rPr lang="en-US" sz="2500" kern="1200" dirty="0"/>
            <a:t> (NULL) </a:t>
          </a:r>
          <a:r>
            <a:rPr lang="en-US" sz="2500" kern="1200" dirty="0" err="1"/>
            <a:t>i</a:t>
          </a:r>
          <a:r>
            <a:rPr lang="en-US" sz="2500" kern="1200" dirty="0"/>
            <a:t> </a:t>
          </a:r>
          <a:r>
            <a:rPr lang="en-US" sz="2500" kern="1200" dirty="0" err="1"/>
            <a:t>systemet</a:t>
          </a:r>
          <a:r>
            <a:rPr lang="en-US" sz="2500" kern="1200" dirty="0"/>
            <a:t>.</a:t>
          </a:r>
        </a:p>
      </dsp:txBody>
      <dsp:txXfrm>
        <a:off x="0" y="1844478"/>
        <a:ext cx="6291714" cy="1841777"/>
      </dsp:txXfrm>
    </dsp:sp>
    <dsp:sp modelId="{3CB7AB13-90E8-4BE2-8C1C-28C8C7227D24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279B6-7D39-494D-BAED-4E61E742F121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 </a:t>
          </a:r>
          <a:r>
            <a:rPr lang="en-US" sz="2500" kern="1200" dirty="0" err="1"/>
            <a:t>lånetransaktion</a:t>
          </a:r>
          <a:r>
            <a:rPr lang="en-US" sz="2500" kern="1200" dirty="0"/>
            <a:t> </a:t>
          </a:r>
          <a:r>
            <a:rPr lang="en-US" sz="2500" kern="1200" dirty="0" err="1"/>
            <a:t>kan</a:t>
          </a:r>
          <a:r>
            <a:rPr lang="en-US" sz="2500" kern="1200" dirty="0"/>
            <a:t> </a:t>
          </a:r>
          <a:r>
            <a:rPr lang="en-US" sz="2500" kern="1200" dirty="0" err="1"/>
            <a:t>innehålla</a:t>
          </a:r>
          <a:r>
            <a:rPr lang="en-US" sz="2500" kern="1200" dirty="0"/>
            <a:t>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eller</a:t>
          </a:r>
          <a:r>
            <a:rPr lang="en-US" sz="2500" kern="1200" dirty="0"/>
            <a:t> </a:t>
          </a:r>
          <a:r>
            <a:rPr lang="en-US" sz="2500" kern="1200" dirty="0" err="1"/>
            <a:t>flera</a:t>
          </a:r>
          <a:r>
            <a:rPr lang="en-US" sz="2500" kern="1200" dirty="0"/>
            <a:t> </a:t>
          </a:r>
          <a:r>
            <a:rPr lang="en-US" sz="2500" kern="1200" dirty="0" err="1"/>
            <a:t>lånade</a:t>
          </a:r>
          <a:r>
            <a:rPr lang="en-US" sz="2500" kern="1200" dirty="0"/>
            <a:t> exemplar.</a:t>
          </a:r>
        </a:p>
      </dsp:txBody>
      <dsp:txXfrm>
        <a:off x="0" y="3686256"/>
        <a:ext cx="6291714" cy="18417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13829-BC82-42EE-9B31-3B034355C7C5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C1DC9F-2118-4E6C-9519-F49C43D02AF1}">
      <dsp:nvSpPr>
        <dsp:cNvPr id="0" name=""/>
        <dsp:cNvSpPr/>
      </dsp:nvSpPr>
      <dsp:spPr>
        <a:xfrm>
          <a:off x="0" y="0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Entiteten</a:t>
          </a:r>
          <a:r>
            <a:rPr lang="en-US" sz="2700" kern="1200" dirty="0"/>
            <a:t> “</a:t>
          </a:r>
          <a:r>
            <a:rPr lang="en-US" sz="2700" kern="1200" dirty="0" err="1"/>
            <a:t>lånade</a:t>
          </a:r>
          <a:r>
            <a:rPr lang="en-US" sz="2700" kern="1200" dirty="0"/>
            <a:t> exemplar” </a:t>
          </a:r>
          <a:r>
            <a:rPr lang="en-US" sz="2700" kern="1200" dirty="0" err="1"/>
            <a:t>bevakas</a:t>
          </a:r>
          <a:r>
            <a:rPr lang="en-US" sz="2700" kern="1200" dirty="0"/>
            <a:t> av </a:t>
          </a:r>
          <a:r>
            <a:rPr lang="en-US" sz="2700" kern="1200" dirty="0" err="1"/>
            <a:t>systemet</a:t>
          </a:r>
          <a:r>
            <a:rPr lang="en-US" sz="2700" kern="1200" dirty="0"/>
            <a:t> via </a:t>
          </a:r>
          <a:r>
            <a:rPr lang="en-US" sz="2700" kern="1200" dirty="0" err="1"/>
            <a:t>lånetransaktionen</a:t>
          </a:r>
          <a:r>
            <a:rPr lang="en-US" sz="2700" kern="1200" dirty="0"/>
            <a:t>.</a:t>
          </a:r>
        </a:p>
      </dsp:txBody>
      <dsp:txXfrm>
        <a:off x="0" y="0"/>
        <a:ext cx="6291714" cy="1382683"/>
      </dsp:txXfrm>
    </dsp:sp>
    <dsp:sp modelId="{674C4094-AA22-4906-AA3D-37EA8EAD2349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B883B-A4EC-4B87-8E65-AFDE0E38B8AB}">
      <dsp:nvSpPr>
        <dsp:cNvPr id="0" name=""/>
        <dsp:cNvSpPr/>
      </dsp:nvSpPr>
      <dsp:spPr>
        <a:xfrm>
          <a:off x="0" y="1382683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Medlemmen</a:t>
          </a:r>
          <a:r>
            <a:rPr lang="en-US" sz="2700" kern="1200" dirty="0"/>
            <a:t> </a:t>
          </a:r>
          <a:r>
            <a:rPr lang="en-US" sz="2700" kern="1200" dirty="0" err="1"/>
            <a:t>får</a:t>
          </a:r>
          <a:r>
            <a:rPr lang="en-US" sz="2700" kern="1200" dirty="0"/>
            <a:t> </a:t>
          </a:r>
          <a:r>
            <a:rPr lang="en-US" sz="2700" kern="1200" dirty="0" err="1"/>
            <a:t>ett</a:t>
          </a:r>
          <a:r>
            <a:rPr lang="en-US" sz="2700" kern="1200" dirty="0"/>
            <a:t> </a:t>
          </a:r>
          <a:r>
            <a:rPr lang="en-US" sz="2700" kern="1200" dirty="0" err="1"/>
            <a:t>återlämningsdatum</a:t>
          </a:r>
          <a:r>
            <a:rPr lang="en-US" sz="2700" kern="1200" dirty="0"/>
            <a:t> men </a:t>
          </a:r>
          <a:r>
            <a:rPr lang="en-US" sz="2700" kern="1200" dirty="0" err="1"/>
            <a:t>denna</a:t>
          </a:r>
          <a:r>
            <a:rPr lang="en-US" sz="2700" kern="1200" dirty="0"/>
            <a:t> </a:t>
          </a:r>
          <a:r>
            <a:rPr lang="en-US" sz="2700" kern="1200" dirty="0" err="1"/>
            <a:t>entitet</a:t>
          </a:r>
          <a:r>
            <a:rPr lang="en-US" sz="2700" kern="1200" dirty="0"/>
            <a:t> </a:t>
          </a:r>
          <a:r>
            <a:rPr lang="en-US" sz="2700" kern="1200" dirty="0" err="1"/>
            <a:t>håller</a:t>
          </a:r>
          <a:r>
            <a:rPr lang="en-US" sz="2700" kern="1200" dirty="0"/>
            <a:t> </a:t>
          </a:r>
          <a:r>
            <a:rPr lang="en-US" sz="2700" kern="1200" dirty="0" err="1"/>
            <a:t>koll</a:t>
          </a:r>
          <a:r>
            <a:rPr lang="en-US" sz="2700" kern="1200" dirty="0"/>
            <a:t> </a:t>
          </a:r>
          <a:r>
            <a:rPr lang="en-US" sz="2700" kern="1200" dirty="0" err="1"/>
            <a:t>på</a:t>
          </a:r>
          <a:r>
            <a:rPr lang="en-US" sz="2700" kern="1200" dirty="0"/>
            <a:t> om </a:t>
          </a:r>
          <a:r>
            <a:rPr lang="en-US" sz="2700" kern="1200" dirty="0" err="1"/>
            <a:t>exemplaret</a:t>
          </a:r>
          <a:r>
            <a:rPr lang="en-US" sz="2700" kern="1200" dirty="0"/>
            <a:t> </a:t>
          </a:r>
          <a:r>
            <a:rPr lang="en-US" sz="2700" kern="1200" dirty="0" err="1"/>
            <a:t>är</a:t>
          </a:r>
          <a:r>
            <a:rPr lang="en-US" sz="2700" kern="1200" dirty="0"/>
            <a:t> </a:t>
          </a:r>
          <a:r>
            <a:rPr lang="en-US" sz="2700" kern="1200" dirty="0" err="1"/>
            <a:t>returnerat</a:t>
          </a:r>
          <a:r>
            <a:rPr lang="en-US" sz="2700" kern="1200" dirty="0"/>
            <a:t> </a:t>
          </a:r>
          <a:r>
            <a:rPr lang="en-US" sz="2700" kern="1200" dirty="0" err="1"/>
            <a:t>eller</a:t>
          </a:r>
          <a:r>
            <a:rPr lang="en-US" sz="2700" kern="1200" dirty="0"/>
            <a:t> </a:t>
          </a:r>
          <a:r>
            <a:rPr lang="en-US" sz="2700" kern="1200" dirty="0" err="1"/>
            <a:t>inte</a:t>
          </a:r>
          <a:r>
            <a:rPr lang="en-US" sz="2700" kern="1200" dirty="0"/>
            <a:t>. </a:t>
          </a:r>
        </a:p>
      </dsp:txBody>
      <dsp:txXfrm>
        <a:off x="0" y="1382683"/>
        <a:ext cx="6291714" cy="1382683"/>
      </dsp:txXfrm>
    </dsp:sp>
    <dsp:sp modelId="{1744CE03-71BA-4DF3-89D3-23E0F7290F98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0200F-F24A-42AF-A90F-1EDE4CF0BB45}">
      <dsp:nvSpPr>
        <dsp:cNvPr id="0" name=""/>
        <dsp:cNvSpPr/>
      </dsp:nvSpPr>
      <dsp:spPr>
        <a:xfrm>
          <a:off x="0" y="2765367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Systemet</a:t>
          </a:r>
          <a:r>
            <a:rPr lang="en-US" sz="2700" kern="1200" dirty="0"/>
            <a:t> ser </a:t>
          </a:r>
          <a:r>
            <a:rPr lang="en-US" sz="2700" kern="1200" dirty="0" err="1"/>
            <a:t>också</a:t>
          </a:r>
          <a:r>
            <a:rPr lang="en-US" sz="2700" kern="1200" dirty="0"/>
            <a:t> till </a:t>
          </a:r>
          <a:r>
            <a:rPr lang="en-US" sz="2700" kern="1200" dirty="0" err="1"/>
            <a:t>att</a:t>
          </a:r>
          <a:r>
            <a:rPr lang="en-US" sz="2700" kern="1200" dirty="0"/>
            <a:t> </a:t>
          </a:r>
          <a:r>
            <a:rPr lang="en-US" sz="2700" kern="1200" dirty="0" err="1"/>
            <a:t>medlemmar</a:t>
          </a:r>
          <a:r>
            <a:rPr lang="en-US" sz="2700" kern="1200" dirty="0"/>
            <a:t> </a:t>
          </a:r>
          <a:r>
            <a:rPr lang="en-US" sz="2700" kern="1200" dirty="0" err="1"/>
            <a:t>inte</a:t>
          </a:r>
          <a:r>
            <a:rPr lang="en-US" sz="2700" kern="1200" dirty="0"/>
            <a:t> </a:t>
          </a:r>
          <a:r>
            <a:rPr lang="en-US" sz="2700" kern="1200" dirty="0" err="1"/>
            <a:t>kan</a:t>
          </a:r>
          <a:r>
            <a:rPr lang="en-US" sz="2700" kern="1200" dirty="0"/>
            <a:t> </a:t>
          </a:r>
          <a:r>
            <a:rPr lang="en-US" sz="2700" kern="1200" dirty="0" err="1"/>
            <a:t>låna</a:t>
          </a:r>
          <a:r>
            <a:rPr lang="en-US" sz="2700" kern="1200" dirty="0"/>
            <a:t> </a:t>
          </a:r>
          <a:r>
            <a:rPr lang="en-US" sz="2700" kern="1200" dirty="0" err="1"/>
            <a:t>samma</a:t>
          </a:r>
          <a:r>
            <a:rPr lang="en-US" sz="2700" kern="1200" dirty="0"/>
            <a:t> </a:t>
          </a:r>
          <a:r>
            <a:rPr lang="en-US" sz="2700" kern="1200" dirty="0" err="1"/>
            <a:t>fysiska</a:t>
          </a:r>
          <a:r>
            <a:rPr lang="en-US" sz="2700" kern="1200" dirty="0"/>
            <a:t> </a:t>
          </a:r>
          <a:r>
            <a:rPr lang="en-US" sz="2700" b="0" kern="1200" dirty="0"/>
            <a:t>exemplar under </a:t>
          </a:r>
          <a:r>
            <a:rPr lang="en-US" sz="2700" b="0" kern="1200" dirty="0" err="1"/>
            <a:t>samma</a:t>
          </a:r>
          <a:r>
            <a:rPr lang="en-US" sz="2700" b="0" kern="1200" dirty="0"/>
            <a:t> </a:t>
          </a:r>
          <a:r>
            <a:rPr lang="en-US" sz="2700" b="0" kern="1200" dirty="0" err="1"/>
            <a:t>tidsperiod</a:t>
          </a:r>
          <a:r>
            <a:rPr lang="en-US" sz="2700" b="0" kern="1200" dirty="0"/>
            <a:t>.</a:t>
          </a:r>
        </a:p>
      </dsp:txBody>
      <dsp:txXfrm>
        <a:off x="0" y="2765367"/>
        <a:ext cx="6291714" cy="1382683"/>
      </dsp:txXfrm>
    </dsp:sp>
    <dsp:sp modelId="{5E675BD2-65CC-4344-8DB5-03033FA23720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8FC36-4A1F-40FB-86A1-95C865F68BD4}">
      <dsp:nvSpPr>
        <dsp:cNvPr id="0" name=""/>
        <dsp:cNvSpPr/>
      </dsp:nvSpPr>
      <dsp:spPr>
        <a:xfrm>
          <a:off x="0" y="4148051"/>
          <a:ext cx="6291714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2700" kern="1200" dirty="0"/>
            <a:t>Ett </a:t>
          </a:r>
          <a:r>
            <a:rPr lang="en-SE" sz="2700" kern="1200" dirty="0" err="1"/>
            <a:t>unikt</a:t>
          </a:r>
          <a:r>
            <a:rPr lang="en-SE" sz="2700" kern="1200" dirty="0"/>
            <a:t> exemplar </a:t>
          </a:r>
          <a:r>
            <a:rPr lang="en-SE" sz="2700" kern="1200" dirty="0" err="1"/>
            <a:t>kan</a:t>
          </a:r>
          <a:r>
            <a:rPr lang="en-SE" sz="2700" kern="1200" dirty="0"/>
            <a:t> </a:t>
          </a:r>
          <a:r>
            <a:rPr lang="en-SE" sz="2700" kern="1200" dirty="0" err="1"/>
            <a:t>vara</a:t>
          </a:r>
          <a:r>
            <a:rPr lang="en-SE" sz="2700" kern="1200" dirty="0"/>
            <a:t> </a:t>
          </a:r>
          <a:r>
            <a:rPr lang="en-SE" sz="2700" kern="1200" dirty="0" err="1"/>
            <a:t>utlånat</a:t>
          </a:r>
          <a:r>
            <a:rPr lang="en-SE" sz="2700" kern="1200" dirty="0"/>
            <a:t> noll </a:t>
          </a:r>
          <a:r>
            <a:rPr lang="en-SE" sz="2700" kern="1200" dirty="0" err="1"/>
            <a:t>eller</a:t>
          </a:r>
          <a:r>
            <a:rPr lang="en-SE" sz="2700" kern="1200" dirty="0"/>
            <a:t> </a:t>
          </a:r>
          <a:r>
            <a:rPr lang="en-SE" sz="2700" kern="1200" dirty="0" err="1"/>
            <a:t>flera</a:t>
          </a:r>
          <a:r>
            <a:rPr lang="en-SE" sz="2700" kern="1200" dirty="0"/>
            <a:t> </a:t>
          </a:r>
          <a:r>
            <a:rPr lang="en-SE" sz="2700" kern="1200" dirty="0" err="1"/>
            <a:t>gånger</a:t>
          </a:r>
          <a:r>
            <a:rPr lang="en-SE" sz="2700" kern="1200" dirty="0"/>
            <a:t> </a:t>
          </a:r>
          <a:r>
            <a:rPr lang="en-SE" sz="2700" kern="1200" dirty="0" err="1"/>
            <a:t>över</a:t>
          </a:r>
          <a:r>
            <a:rPr lang="en-SE" sz="2700" kern="1200" dirty="0"/>
            <a:t> </a:t>
          </a:r>
          <a:r>
            <a:rPr lang="en-SE" sz="2700" kern="1200" dirty="0" err="1"/>
            <a:t>tid</a:t>
          </a:r>
          <a:r>
            <a:rPr lang="sv-SE" sz="2700" kern="1200" dirty="0"/>
            <a:t>.</a:t>
          </a:r>
          <a:endParaRPr lang="en-US" sz="2700" kern="1200" dirty="0"/>
        </a:p>
      </dsp:txBody>
      <dsp:txXfrm>
        <a:off x="0" y="4148051"/>
        <a:ext cx="6291714" cy="13826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D62AD-C655-4381-BB6F-5463DA7F3AAB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28386-5D91-4845-95EA-9892C23DAB3F}">
      <dsp:nvSpPr>
        <dsp:cNvPr id="0" name=""/>
        <dsp:cNvSpPr/>
      </dsp:nvSpPr>
      <dsp:spPr>
        <a:xfrm>
          <a:off x="0" y="0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2800" b="0" i="0" u="none" kern="1200" dirty="0" err="1"/>
            <a:t>Systemet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listar</a:t>
          </a:r>
          <a:r>
            <a:rPr lang="en-SE" sz="2800" b="0" i="0" u="none" kern="1200" dirty="0"/>
            <a:t> alla </a:t>
          </a:r>
          <a:r>
            <a:rPr lang="en-SE" sz="2800" b="0" i="0" u="none" kern="1200" dirty="0" err="1"/>
            <a:t>fysiska</a:t>
          </a:r>
          <a:r>
            <a:rPr lang="en-SE" sz="2800" b="0" i="0" u="none" kern="1200" dirty="0"/>
            <a:t> exemplar av </a:t>
          </a:r>
          <a:r>
            <a:rPr lang="en-SE" sz="2800" b="0" i="0" u="none" kern="1200" dirty="0" err="1"/>
            <a:t>böcker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i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sortimentet</a:t>
          </a:r>
          <a:r>
            <a:rPr lang="en-SE" sz="2800" b="0" i="0" u="none" kern="1200" dirty="0"/>
            <a:t> och </a:t>
          </a:r>
          <a:r>
            <a:rPr lang="en-SE" sz="2800" b="0" i="0" u="none" kern="1200" dirty="0" err="1"/>
            <a:t>använder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eniteten</a:t>
          </a:r>
          <a:r>
            <a:rPr lang="en-SE" sz="2800" b="0" i="0" u="none" kern="1200" dirty="0"/>
            <a:t> ”</a:t>
          </a:r>
          <a:r>
            <a:rPr lang="en-SE" sz="2800" b="0" i="0" u="none" kern="1200" dirty="0" err="1"/>
            <a:t>lånade</a:t>
          </a:r>
          <a:r>
            <a:rPr lang="en-SE" sz="2800" b="0" i="0" u="none" kern="1200" dirty="0"/>
            <a:t> exemplar” för </a:t>
          </a:r>
          <a:r>
            <a:rPr lang="en-SE" sz="2800" b="0" i="0" u="none" kern="1200" dirty="0" err="1"/>
            <a:t>att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beräkna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hur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många</a:t>
          </a:r>
          <a:r>
            <a:rPr lang="en-SE" sz="2800" b="0" i="0" u="none" kern="1200" dirty="0"/>
            <a:t> exemplar </a:t>
          </a:r>
          <a:r>
            <a:rPr lang="en-SE" sz="2800" b="0" i="0" u="none" kern="1200" dirty="0" err="1"/>
            <a:t>som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är</a:t>
          </a:r>
          <a:r>
            <a:rPr lang="en-SE" sz="2800" b="0" i="0" u="none" kern="1200" dirty="0"/>
            <a:t> </a:t>
          </a:r>
          <a:r>
            <a:rPr lang="en-SE" sz="2800" b="0" i="0" u="none" kern="1200" dirty="0" err="1"/>
            <a:t>tillgängliga</a:t>
          </a:r>
          <a:r>
            <a:rPr lang="en-SE" sz="2800" b="0" i="0" u="none" kern="1200" dirty="0"/>
            <a:t> för </a:t>
          </a:r>
          <a:r>
            <a:rPr lang="en-SE" sz="2800" b="0" i="0" u="none" kern="1200" dirty="0" err="1"/>
            <a:t>utlåning</a:t>
          </a:r>
          <a:r>
            <a:rPr lang="en-US" sz="2800" kern="1200" dirty="0"/>
            <a:t>.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Innehåller</a:t>
          </a:r>
          <a:r>
            <a:rPr lang="en-US" sz="2800" kern="1200" dirty="0"/>
            <a:t> </a:t>
          </a:r>
          <a:r>
            <a:rPr lang="en-US" sz="2800" kern="1200" dirty="0" err="1"/>
            <a:t>även</a:t>
          </a:r>
          <a:r>
            <a:rPr lang="en-US" sz="2800" kern="1200" dirty="0"/>
            <a:t> ISBN </a:t>
          </a:r>
          <a:r>
            <a:rPr lang="en-US" sz="2800" kern="1200" dirty="0" err="1"/>
            <a:t>nummer</a:t>
          </a:r>
          <a:endParaRPr lang="en-US" sz="2800" kern="1200" dirty="0"/>
        </a:p>
      </dsp:txBody>
      <dsp:txXfrm>
        <a:off x="0" y="0"/>
        <a:ext cx="6291714" cy="2765367"/>
      </dsp:txXfrm>
    </dsp:sp>
    <dsp:sp modelId="{038EC887-52B9-4E43-99F7-F90FDF324D3A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0FCC2-8D88-4145-941D-735CF846DD5C}">
      <dsp:nvSpPr>
        <dsp:cNvPr id="0" name=""/>
        <dsp:cNvSpPr/>
      </dsp:nvSpPr>
      <dsp:spPr>
        <a:xfrm>
          <a:off x="0" y="2765367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2800" kern="1200" dirty="0"/>
            <a:t>En </a:t>
          </a:r>
          <a:r>
            <a:rPr lang="en-SE" sz="2800" kern="1200" dirty="0" err="1"/>
            <a:t>boktitel</a:t>
          </a:r>
          <a:r>
            <a:rPr lang="en-SE" sz="2800" kern="1200" dirty="0"/>
            <a:t> </a:t>
          </a:r>
          <a:r>
            <a:rPr lang="en-SE" sz="2800" kern="1200" dirty="0" err="1"/>
            <a:t>kan</a:t>
          </a:r>
          <a:r>
            <a:rPr lang="en-SE" sz="2800" kern="1200" dirty="0"/>
            <a:t> ha </a:t>
          </a:r>
          <a:r>
            <a:rPr lang="en-SE" sz="2800" kern="1200" dirty="0" err="1"/>
            <a:t>ett</a:t>
          </a:r>
          <a:r>
            <a:rPr lang="en-SE" sz="2800" kern="1200" dirty="0"/>
            <a:t> </a:t>
          </a:r>
          <a:r>
            <a:rPr lang="en-SE" sz="2800" kern="1200" dirty="0" err="1"/>
            <a:t>eller</a:t>
          </a:r>
          <a:r>
            <a:rPr lang="en-SE" sz="2800" kern="1200" dirty="0"/>
            <a:t> </a:t>
          </a:r>
          <a:r>
            <a:rPr lang="en-SE" sz="2800" kern="1200" dirty="0" err="1"/>
            <a:t>flera</a:t>
          </a:r>
          <a:r>
            <a:rPr lang="en-SE" sz="2800" kern="1200" dirty="0"/>
            <a:t> </a:t>
          </a:r>
          <a:r>
            <a:rPr lang="en-SE" sz="2800" kern="1200" dirty="0" err="1"/>
            <a:t>fysiska</a:t>
          </a:r>
          <a:r>
            <a:rPr lang="en-SE" sz="2800" kern="1200" dirty="0"/>
            <a:t> exemplar</a:t>
          </a:r>
          <a:r>
            <a:rPr lang="sv-SE" sz="2800" kern="1200" dirty="0"/>
            <a:t> </a:t>
          </a:r>
          <a:endParaRPr lang="en-US" sz="2800" kern="1200" dirty="0"/>
        </a:p>
      </dsp:txBody>
      <dsp:txXfrm>
        <a:off x="0" y="2765367"/>
        <a:ext cx="6291714" cy="27653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125C4-EA21-482B-9C9E-3E22D7EA25B7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B7D39-65D5-449D-A2A7-A105ADEE6149}">
      <dsp:nvSpPr>
        <dsp:cNvPr id="0" name=""/>
        <dsp:cNvSpPr/>
      </dsp:nvSpPr>
      <dsp:spPr>
        <a:xfrm>
          <a:off x="0" y="0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Entiteten</a:t>
          </a:r>
          <a:r>
            <a:rPr lang="en-US" sz="3500" kern="1200" dirty="0"/>
            <a:t> “bok” </a:t>
          </a:r>
          <a:r>
            <a:rPr lang="en-US" sz="3500" kern="1200" dirty="0" err="1"/>
            <a:t>listar</a:t>
          </a:r>
          <a:r>
            <a:rPr lang="en-US" sz="3500" kern="1200" dirty="0"/>
            <a:t> alla </a:t>
          </a:r>
          <a:r>
            <a:rPr lang="en-US" sz="3500" kern="1200" dirty="0" err="1"/>
            <a:t>böcker</a:t>
          </a:r>
          <a:r>
            <a:rPr lang="en-US" sz="3500" kern="1200" dirty="0"/>
            <a:t>, </a:t>
          </a:r>
          <a:r>
            <a:rPr lang="en-US" sz="3500" kern="1200" dirty="0" err="1"/>
            <a:t>titlar</a:t>
          </a:r>
          <a:r>
            <a:rPr lang="en-US" sz="3500" kern="1200" dirty="0"/>
            <a:t> och </a:t>
          </a:r>
          <a:r>
            <a:rPr lang="en-US" sz="3500" kern="1200" dirty="0" err="1"/>
            <a:t>författare</a:t>
          </a:r>
          <a:r>
            <a:rPr lang="en-US" sz="3500" kern="1200" dirty="0"/>
            <a:t> </a:t>
          </a:r>
          <a:r>
            <a:rPr lang="en-US" sz="3500" kern="1200" dirty="0" err="1"/>
            <a:t>samt</a:t>
          </a:r>
          <a:r>
            <a:rPr lang="en-US" sz="3500" kern="1200" dirty="0"/>
            <a:t> ISBN-</a:t>
          </a:r>
          <a:r>
            <a:rPr lang="en-US" sz="3500" kern="1200" dirty="0" err="1"/>
            <a:t>numret</a:t>
          </a:r>
          <a:r>
            <a:rPr lang="en-US" sz="3500" kern="1200" dirty="0"/>
            <a:t> </a:t>
          </a:r>
        </a:p>
      </dsp:txBody>
      <dsp:txXfrm>
        <a:off x="0" y="0"/>
        <a:ext cx="6291714" cy="2765367"/>
      </dsp:txXfrm>
    </dsp:sp>
    <dsp:sp modelId="{01D29DF7-1A6F-4F8F-8FC4-40500D564E35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8D3C1-90B2-4526-84BF-9DC20E9F8DC0}">
      <dsp:nvSpPr>
        <dsp:cNvPr id="0" name=""/>
        <dsp:cNvSpPr/>
      </dsp:nvSpPr>
      <dsp:spPr>
        <a:xfrm>
          <a:off x="0" y="2765367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E" sz="3500" kern="1200" dirty="0"/>
            <a:t>En </a:t>
          </a:r>
          <a:r>
            <a:rPr lang="en-SE" sz="3500" kern="1200" dirty="0" err="1"/>
            <a:t>boktitel</a:t>
          </a:r>
          <a:r>
            <a:rPr lang="en-SE" sz="3500" kern="1200" dirty="0"/>
            <a:t> </a:t>
          </a:r>
          <a:r>
            <a:rPr lang="en-SE" sz="3500" kern="1200" dirty="0" err="1"/>
            <a:t>kan</a:t>
          </a:r>
          <a:r>
            <a:rPr lang="en-SE" sz="3500" kern="1200" dirty="0"/>
            <a:t> ha </a:t>
          </a:r>
          <a:r>
            <a:rPr lang="en-SE" sz="3500" kern="1200" dirty="0" err="1"/>
            <a:t>ett</a:t>
          </a:r>
          <a:r>
            <a:rPr lang="en-SE" sz="3500" kern="1200" dirty="0"/>
            <a:t> </a:t>
          </a:r>
          <a:r>
            <a:rPr lang="en-SE" sz="3500" kern="1200" dirty="0" err="1"/>
            <a:t>eller</a:t>
          </a:r>
          <a:r>
            <a:rPr lang="en-SE" sz="3500" kern="1200" dirty="0"/>
            <a:t> </a:t>
          </a:r>
          <a:r>
            <a:rPr lang="en-SE" sz="3500" kern="1200" dirty="0" err="1"/>
            <a:t>flera</a:t>
          </a:r>
          <a:r>
            <a:rPr lang="en-SE" sz="3500" kern="1200" dirty="0"/>
            <a:t> </a:t>
          </a:r>
          <a:r>
            <a:rPr lang="en-SE" sz="3500" kern="1200" dirty="0" err="1"/>
            <a:t>fysiska</a:t>
          </a:r>
          <a:r>
            <a:rPr lang="en-SE" sz="3500" kern="1200" dirty="0"/>
            <a:t> exemplar</a:t>
          </a:r>
          <a:endParaRPr lang="en-US" sz="3500" kern="1200" dirty="0"/>
        </a:p>
      </dsp:txBody>
      <dsp:txXfrm>
        <a:off x="0" y="2765367"/>
        <a:ext cx="6291714" cy="2765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6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8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9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510D-A4EA-133D-3E15-D464F4563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1F7C6-F7D5-829D-7623-500CEAADD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4C3AA-1617-AC87-8766-0A2EAC6E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A383F-BBBE-E435-749D-BFF1C7AF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FBD9-A073-1762-BB53-721DDFC9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0740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BF2C-43F8-FAC6-7771-EA5709F3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15A4-AC0D-2AED-C81B-892D5723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D8BDB-57DC-33D3-4278-80158401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4EDC-2A88-9EC2-B369-749332C8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B3B70-A09C-D18A-E6F1-66CC9F28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3016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B587-086E-BDC7-B52B-59910BAB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7DA6-0409-11BA-C22E-7190AE99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AFAAB-C03C-D429-D952-83F912BE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7F6B1-A15E-5771-93C4-30134ED7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0B6F-C8C6-1812-FAF4-83EABEAA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9191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4B9D-337C-6D78-E0BA-C45477B7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7DFB9-4CD2-949F-98CB-33007E471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D424F-873D-9FF6-D96B-5493DE37B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134FB-C462-28D0-6808-17AF5D8F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09A9E-DD68-74B8-3BF0-9F877499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7222D-E083-30F7-9453-5463CC4C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5402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6493-C0A1-5EA2-FFC5-178065A0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E173F-D1F8-D3A2-27FD-19F0E3D37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7BDC8-2E77-A999-1DFE-F9304A44A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BF1C0-BCFF-5D18-A502-90E2E2D83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BF9E9-ED6B-B977-85BB-66B224632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A5815-B1AF-4437-B14E-76C5D7CA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E2427-BC28-22EA-052F-E675A051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68090-E073-102B-08E7-439E034E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03024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2366-E3B7-F4DF-5C39-86727B69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BBF0A-D54A-22E5-FFD3-4FA6775D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DE3EB-A5C5-114C-4CB5-22A935B4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39B85-170D-A8C9-EE24-65E1E040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707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4AD49-9671-A0C4-6147-AFD87DEE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F9A1E-29BA-1BC3-B4A8-6ED03108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D6B6A-5236-0DC8-395A-723C821C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6312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675D-7312-41DC-3FB7-992236C0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365B2-7C36-BEE7-6FA4-568CC06A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FD576-E6D0-60B0-03FF-CF0592BF7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51449-9C10-D023-9D7D-8453CC0D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9B436-EDAA-BE28-1060-EF1F962A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71B00-8A13-96F4-A2C1-9A1B5CC7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17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09E9-41F7-450F-BF97-5397E64B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F52F4-B8D2-0BFA-6A8A-A1EE0717C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6F0B6-74E2-A9D7-FB08-28A9D9338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90E9A-EDD4-A24D-F03F-3042E844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C019C-BF52-2E37-D0F3-A4450F692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AF42E-9931-EF26-2C83-70764C05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3521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A66F-E84D-B985-3B56-811539C6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A41FD-D561-034E-F9E0-013D76DEB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3ABDA-96AD-DF81-3ECF-4E1A6A8E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FF7A-4AE4-4731-687C-E562A40C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70E56-3691-210F-3A03-CB625A73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4091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EBF118-4971-3369-BEE2-86EC50216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A0BF-103B-FFA5-9C07-0BA3E1F81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51B3B-A662-A149-3E1E-D9CD696A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BCA4-611D-40E0-83A5-75BE1431B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E0672-A198-5AF7-E7F5-E31BFE08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7988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FEE80-CEDD-5FD4-D9C4-2C19E620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F8A78-1CD0-9F37-1833-F100A871A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4E76-FCB8-5A81-839D-551F9498B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48394-A790-4C68-954F-0FCB7AA99E91}" type="datetimeFigureOut">
              <a:rPr lang="en-SE" smtClean="0"/>
              <a:t>2026-09-11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7FE81-F78B-38CE-10F5-9782E09B0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D8652-3733-9A22-8200-8D0082243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A0148-9FD7-4812-ABDD-50293EC0192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0700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26239-F32B-39E7-599C-633F3D87D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390525"/>
            <a:ext cx="10909640" cy="1510301"/>
          </a:xfrm>
        </p:spPr>
        <p:txBody>
          <a:bodyPr anchor="ctr">
            <a:normAutofit/>
          </a:bodyPr>
          <a:lstStyle/>
          <a:p>
            <a:r>
              <a:rPr lang="sv-SE" sz="6600">
                <a:solidFill>
                  <a:srgbClr val="FFFFFF"/>
                </a:solidFill>
              </a:rPr>
              <a:t>BookLary Databas</a:t>
            </a:r>
            <a:endParaRPr lang="en-SE" sz="6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9F977-21FC-5F05-F7CF-A4D49BEBC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1" y="1900826"/>
            <a:ext cx="6396204" cy="662542"/>
          </a:xfrm>
        </p:spPr>
        <p:txBody>
          <a:bodyPr anchor="ctr">
            <a:normAutofit/>
          </a:bodyPr>
          <a:lstStyle/>
          <a:p>
            <a:r>
              <a:rPr lang="sv-SE" sz="2000" dirty="0">
                <a:solidFill>
                  <a:srgbClr val="FFFFFF"/>
                </a:solidFill>
              </a:rPr>
              <a:t>En presentation av den konceptuella modellen och den logiska modellen</a:t>
            </a:r>
            <a:endParaRPr lang="en-SE" sz="2000" dirty="0">
              <a:solidFill>
                <a:srgbClr val="FFFFFF"/>
              </a:solidFill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14" descr="Close up of heart shaped pages of a book">
            <a:extLst>
              <a:ext uri="{FF2B5EF4-FFF2-40B4-BE49-F238E27FC236}">
                <a16:creationId xmlns:a16="http://schemas.microsoft.com/office/drawing/2014/main" id="{F2A8EF46-073C-1347-8FEA-6D6AEB61E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3410454" y="3067050"/>
            <a:ext cx="5368043" cy="3019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846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B59EC3-BBE3-42E3-5C5A-925CF811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sv-SE" sz="3100">
                <a:solidFill>
                  <a:srgbClr val="FFFFFF"/>
                </a:solidFill>
              </a:rPr>
              <a:t>Kravspecifikation	</a:t>
            </a:r>
            <a:endParaRPr lang="en-SE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8560A0-325E-77E0-4B20-33437F6F9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830151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82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005B8-22EC-3329-2E3E-C382C8A6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Konceptuella modellen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E8FB9-7E05-13F0-F35F-4BBA67339DFE}"/>
              </a:ext>
            </a:extLst>
          </p:cNvPr>
          <p:cNvSpPr txBox="1"/>
          <p:nvPr/>
        </p:nvSpPr>
        <p:spPr>
          <a:xfrm>
            <a:off x="4474462" y="630936"/>
            <a:ext cx="7074409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</a:rPr>
              <a:t>En </a:t>
            </a:r>
            <a:r>
              <a:rPr lang="en-US" dirty="0" err="1">
                <a:solidFill>
                  <a:srgbClr val="FFFFFF"/>
                </a:solidFill>
                <a:effectLst/>
              </a:rPr>
              <a:t>medlem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kan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göra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en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eller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flera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lånetransaktioner</a:t>
            </a:r>
            <a:r>
              <a:rPr lang="en-US" dirty="0">
                <a:solidFill>
                  <a:srgbClr val="FFFFFF"/>
                </a:solidFill>
              </a:rPr>
              <a:t>.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ffectLst/>
              </a:rPr>
              <a:t>En </a:t>
            </a:r>
            <a:r>
              <a:rPr lang="en-US" dirty="0" err="1">
                <a:solidFill>
                  <a:srgbClr val="FFFFFF"/>
                </a:solidFill>
                <a:effectLst/>
              </a:rPr>
              <a:t>lånetransaktion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kan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innehålla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en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eller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fler</a:t>
            </a:r>
            <a:r>
              <a:rPr lang="en-US" dirty="0">
                <a:solidFill>
                  <a:srgbClr val="FFFFFF"/>
                </a:solidFill>
                <a:effectLst/>
              </a:rPr>
              <a:t> </a:t>
            </a:r>
            <a:r>
              <a:rPr lang="en-US" dirty="0" err="1">
                <a:solidFill>
                  <a:srgbClr val="FFFFFF"/>
                </a:solidFill>
                <a:effectLst/>
              </a:rPr>
              <a:t>lånade</a:t>
            </a:r>
            <a:r>
              <a:rPr lang="en-US" dirty="0">
                <a:solidFill>
                  <a:srgbClr val="FFFFFF"/>
                </a:solidFill>
                <a:effectLst/>
              </a:rPr>
              <a:t> exemplar.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Ett </a:t>
            </a:r>
            <a:r>
              <a:rPr lang="en-US" dirty="0" err="1">
                <a:solidFill>
                  <a:srgbClr val="FFFFFF"/>
                </a:solidFill>
              </a:rPr>
              <a:t>unikt</a:t>
            </a:r>
            <a:r>
              <a:rPr lang="en-US" dirty="0">
                <a:solidFill>
                  <a:srgbClr val="FFFFFF"/>
                </a:solidFill>
              </a:rPr>
              <a:t> exemplar </a:t>
            </a:r>
            <a:r>
              <a:rPr lang="en-US" dirty="0" err="1">
                <a:solidFill>
                  <a:srgbClr val="FFFFFF"/>
                </a:solidFill>
              </a:rPr>
              <a:t>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vara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utlånat</a:t>
            </a:r>
            <a:r>
              <a:rPr lang="en-US" dirty="0">
                <a:solidFill>
                  <a:srgbClr val="FFFFFF"/>
                </a:solidFill>
              </a:rPr>
              <a:t> noll </a:t>
            </a:r>
            <a:r>
              <a:rPr lang="en-US" dirty="0" err="1">
                <a:solidFill>
                  <a:srgbClr val="FFFFFF"/>
                </a:solidFill>
              </a:rPr>
              <a:t>eller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flera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gånger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över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tid</a:t>
            </a:r>
            <a:r>
              <a:rPr lang="en-US" dirty="0">
                <a:solidFill>
                  <a:srgbClr val="FFFFFF"/>
                </a:solidFill>
              </a:rPr>
              <a:t>.</a:t>
            </a:r>
            <a:endParaRPr lang="en-US" dirty="0">
              <a:solidFill>
                <a:srgbClr val="FFFFFF"/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En </a:t>
            </a:r>
            <a:r>
              <a:rPr lang="en-US" dirty="0" err="1">
                <a:solidFill>
                  <a:srgbClr val="FFFFFF"/>
                </a:solidFill>
              </a:rPr>
              <a:t>boktitel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kan</a:t>
            </a:r>
            <a:r>
              <a:rPr lang="en-US" dirty="0">
                <a:solidFill>
                  <a:srgbClr val="FFFFFF"/>
                </a:solidFill>
              </a:rPr>
              <a:t> ha </a:t>
            </a:r>
            <a:r>
              <a:rPr lang="en-US" dirty="0" err="1">
                <a:solidFill>
                  <a:srgbClr val="FFFFFF"/>
                </a:solidFill>
              </a:rPr>
              <a:t>ett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eller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flera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fysiska</a:t>
            </a:r>
            <a:r>
              <a:rPr lang="en-US" dirty="0">
                <a:solidFill>
                  <a:srgbClr val="FFFFFF"/>
                </a:solidFill>
              </a:rPr>
              <a:t> exemplar.</a:t>
            </a:r>
            <a:endParaRPr lang="en-US" dirty="0">
              <a:solidFill>
                <a:srgbClr val="FFFFFF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203200" dist="114300" dir="13860000" algn="tl" rotWithShape="0">
                  <a:srgbClr val="000000">
                    <a:alpha val="90000"/>
                  </a:srgb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C4AECF-BAF7-7098-D950-1346278B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8768"/>
            <a:ext cx="12192000" cy="205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0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7C48E-093B-3AF2-3951-C8AE5BA2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Medlem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B839B7DC-08DF-CDAB-882D-D873DA68F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579663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2280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94B20-E99E-EF24-C53B-41D4F7F4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646" y="643467"/>
            <a:ext cx="3096759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Lånetransaktion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	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E0B5F50-23E2-D505-B451-9781FA3D3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95589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591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4671C-7267-D10A-0273-93C09A9A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Lånade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exemplar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A7B1A235-42AF-F42D-5829-76E6B42930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559837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460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D03A3-DEC8-DEE5-476B-5374E494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Exemplar	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765CBC38-B449-1DAB-7521-D6D661AB29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992571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392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D9C13-B2F3-A2DF-C008-E377AF55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Bok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4FC037FE-0DA5-B5FF-F31F-2C3E4E843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5287611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835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2E3A0-C6AA-BE32-D3A8-78423A1A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 logiska modellen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52B11-0DB5-328A-EFE5-08FA0976F8BE}"/>
              </a:ext>
            </a:extLst>
          </p:cNvPr>
          <p:cNvSpPr txBox="1"/>
          <p:nvPr/>
        </p:nvSpPr>
        <p:spPr>
          <a:xfrm>
            <a:off x="4308268" y="1829686"/>
            <a:ext cx="4012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</a:rPr>
              <a:t>Enligt kravspecifikationen så uppfyller den tredje normalformen (3NF)</a:t>
            </a:r>
            <a:br>
              <a:rPr lang="sv-SE" dirty="0">
                <a:solidFill>
                  <a:schemeClr val="bg1"/>
                </a:solidFill>
              </a:rPr>
            </a:br>
            <a:endParaRPr lang="en-SE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0CD90A-CE18-E477-948A-B2BB9387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037" y="3009850"/>
            <a:ext cx="7897327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4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F95EC-8558-10B5-5872-4F970309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9" y="1057320"/>
            <a:ext cx="4167271" cy="4461163"/>
          </a:xfrm>
        </p:spPr>
        <p:txBody>
          <a:bodyPr>
            <a:normAutofit/>
          </a:bodyPr>
          <a:lstStyle/>
          <a:p>
            <a:r>
              <a:rPr lang="sv-SE" dirty="0">
                <a:solidFill>
                  <a:srgbClr val="FFFFFF"/>
                </a:solidFill>
              </a:rPr>
              <a:t>Varför modellen uppfyller 3NF</a:t>
            </a:r>
            <a:endParaRPr lang="en-SE" dirty="0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64CD7-491B-44B9-FB01-0A83D177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1000"/>
              </a:spcAft>
              <a:buNone/>
              <a:defRPr sz="1500">
                <a:solidFill>
                  <a:srgbClr val="212121"/>
                </a:solidFill>
              </a:defRPr>
            </a:pPr>
            <a:r>
              <a:rPr lang="sv-SE" sz="1800" dirty="0"/>
              <a:t>1NF (Första normalformen):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lang="sv-SE" dirty="0"/>
              <a:t>Alla attribut innehåller atomära (odelbara) värden. Inga upprepade grupper. Varje bok/medlem/transaktion har en unik identifierare.</a:t>
            </a:r>
          </a:p>
          <a:p>
            <a:pPr marL="0" indent="0">
              <a:spcAft>
                <a:spcPts val="1000"/>
              </a:spcAft>
              <a:buNone/>
              <a:defRPr sz="1500">
                <a:solidFill>
                  <a:srgbClr val="212121"/>
                </a:solidFill>
              </a:defRPr>
            </a:pPr>
            <a:r>
              <a:rPr lang="sv-SE" sz="1800" dirty="0"/>
              <a:t>2NF (Andra normalformen):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lang="sv-SE" dirty="0"/>
              <a:t>Uppfyller 1NF OCH alla icke-nyckelattribut är fullständigt funktionellt beroende av hela primärnyckeln. I ”Lånade_exemplar” beror ”returdatum” på kombinationen av både specifik transaktion och specifikt exemplar.</a:t>
            </a:r>
          </a:p>
          <a:p>
            <a:pPr marL="0" indent="0">
              <a:spcAft>
                <a:spcPts val="1000"/>
              </a:spcAft>
              <a:buNone/>
              <a:defRPr sz="1500">
                <a:solidFill>
                  <a:srgbClr val="212121"/>
                </a:solidFill>
              </a:defRPr>
            </a:pPr>
            <a:r>
              <a:rPr lang="sv-SE" sz="1800" dirty="0"/>
              <a:t>3NF (Tredje normalformen):</a:t>
            </a:r>
          </a:p>
          <a:p>
            <a:pPr>
              <a:spcAft>
                <a:spcPts val="1000"/>
              </a:spcAft>
              <a:defRPr sz="1500">
                <a:solidFill>
                  <a:srgbClr val="212121"/>
                </a:solidFill>
              </a:defRPr>
            </a:pPr>
            <a:r>
              <a:rPr lang="sv-SE" dirty="0"/>
              <a:t>Uppfyller 2NF OCH inga icke-nyckelattribut har ett transitivt beroende av primärnyckeln. Exempel: Boktitel beror på ISBN, inte på ”exemplar”. Returdatum hör till det specifika utlåningstillfället (Lånade_exemplar) och ligger inte i ”Medlem” eller ”Bok”.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506949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814E9-2CE8-149E-04F2-F5F9A1FD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5400"/>
              <a:t>Medlem</a:t>
            </a:r>
            <a:endParaRPr lang="en-SE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03F9-EB16-59E3-CB8F-5610A083D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sv-SE" sz="2200" dirty="0"/>
              <a:t>Primary key (PK) medlemskaps_ID</a:t>
            </a:r>
          </a:p>
          <a:p>
            <a:r>
              <a:rPr lang="sv-SE" sz="2200" dirty="0"/>
              <a:t>Förnamn</a:t>
            </a:r>
          </a:p>
          <a:p>
            <a:r>
              <a:rPr lang="sv-SE" sz="2200" dirty="0"/>
              <a:t>Efternamn </a:t>
            </a:r>
          </a:p>
          <a:p>
            <a:r>
              <a:rPr lang="sv-SE" sz="2200" dirty="0"/>
              <a:t>Telefonnummer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0C966-18D3-D2BA-E08B-1EF17A68B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310683"/>
            <a:ext cx="10724135" cy="112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330507-9345-D666-70D5-A5F6641286A1}"/>
              </a:ext>
            </a:extLst>
          </p:cNvPr>
          <p:cNvSpPr txBox="1"/>
          <p:nvPr/>
        </p:nvSpPr>
        <p:spPr>
          <a:xfrm>
            <a:off x="652824" y="4889399"/>
            <a:ext cx="440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Exempel på hur det kan se ut i en databas</a:t>
            </a:r>
            <a:endParaRPr lang="en-S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935A9D-836A-4846-81EC-94AE3B8D1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458" y="680224"/>
            <a:ext cx="6103596" cy="305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08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F67A9-AD09-6706-6BA1-3A967C6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5400"/>
              <a:t>Lånetransaktion	</a:t>
            </a:r>
            <a:endParaRPr lang="en-SE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887E-90D5-E66C-BC6F-792DF446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sv-SE" sz="2200" dirty="0"/>
              <a:t>Primary key (PK): transaktions_ID</a:t>
            </a:r>
          </a:p>
          <a:p>
            <a:r>
              <a:rPr lang="sv-SE" sz="2200" dirty="0"/>
              <a:t>Foreign key (FK): medlemskaps_ID</a:t>
            </a:r>
          </a:p>
          <a:p>
            <a:r>
              <a:rPr lang="sv-SE" sz="2200" dirty="0"/>
              <a:t>Återlämningsdatum: </a:t>
            </a:r>
          </a:p>
          <a:p>
            <a:pPr marL="0" indent="0">
              <a:buNone/>
            </a:pPr>
            <a:r>
              <a:rPr lang="sv-SE" sz="2200" dirty="0"/>
              <a:t>    visar YYYY-MM-DD/HH:MM:SScc</a:t>
            </a:r>
            <a:endParaRPr lang="en-SE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84657-B614-807B-C6B6-EB4BD066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818" y="789725"/>
            <a:ext cx="5961238" cy="3725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EACA7-97DB-44AE-F118-632FB84B0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201297"/>
            <a:ext cx="11085871" cy="13025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4D61B8-8AEA-F487-29BE-8E98AE19F050}"/>
              </a:ext>
            </a:extLst>
          </p:cNvPr>
          <p:cNvSpPr txBox="1"/>
          <p:nvPr/>
        </p:nvSpPr>
        <p:spPr>
          <a:xfrm>
            <a:off x="758952" y="4831965"/>
            <a:ext cx="110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Exempel: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46564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FDA8B-31F5-D200-1590-554D7EDC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5400"/>
              <a:t>Lånade exemplar</a:t>
            </a:r>
            <a:endParaRPr lang="en-SE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5D0BC-5BA5-A180-1CFC-8CD41BA9B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736657" cy="2020825"/>
          </a:xfrm>
        </p:spPr>
        <p:txBody>
          <a:bodyPr>
            <a:normAutofit/>
          </a:bodyPr>
          <a:lstStyle/>
          <a:p>
            <a:r>
              <a:rPr lang="sv-SE" sz="2200" dirty="0"/>
              <a:t>Primary key (PK): lånade_exemplar_ID</a:t>
            </a:r>
          </a:p>
          <a:p>
            <a:r>
              <a:rPr lang="sv-SE" sz="2200" dirty="0"/>
              <a:t>Foreign key (FK): transaktions_ID</a:t>
            </a:r>
          </a:p>
          <a:p>
            <a:r>
              <a:rPr lang="sv-SE" sz="2200" dirty="0"/>
              <a:t>Foreign key (FK): exemplar_ID</a:t>
            </a:r>
          </a:p>
          <a:p>
            <a:r>
              <a:rPr lang="sv-SE" sz="2200" dirty="0"/>
              <a:t>Returdatum (NULL): Tillåter returdatum vara tomt för att indikera att boken är utlånad.</a:t>
            </a:r>
            <a:endParaRPr lang="en-SE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DA506-1827-34C0-1FD4-197F5163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453" y="329184"/>
            <a:ext cx="5920499" cy="4062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CC6821-6AF8-F550-EE62-E526BF48E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117517"/>
            <a:ext cx="11100816" cy="1602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A6986F-4341-1123-B75A-2AD4F5D75092}"/>
              </a:ext>
            </a:extLst>
          </p:cNvPr>
          <p:cNvSpPr txBox="1"/>
          <p:nvPr/>
        </p:nvSpPr>
        <p:spPr>
          <a:xfrm>
            <a:off x="758952" y="4748185"/>
            <a:ext cx="110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Exempel:</a:t>
            </a:r>
            <a:endParaRPr lang="en-SE" dirty="0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F232030B-4764-B2C6-CF64-F63FAD6CA455}"/>
              </a:ext>
            </a:extLst>
          </p:cNvPr>
          <p:cNvCxnSpPr>
            <a:cxnSpLocks/>
          </p:cNvCxnSpPr>
          <p:nvPr/>
        </p:nvCxnSpPr>
        <p:spPr>
          <a:xfrm>
            <a:off x="5923548" y="4511842"/>
            <a:ext cx="4327357" cy="1034716"/>
          </a:xfrm>
          <a:prstGeom prst="curvedConnector3">
            <a:avLst>
              <a:gd name="adj1" fmla="val 577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6CBBF34-2208-45E9-8427-42A8009039C4}"/>
              </a:ext>
            </a:extLst>
          </p:cNvPr>
          <p:cNvSpPr/>
          <p:nvPr/>
        </p:nvSpPr>
        <p:spPr>
          <a:xfrm>
            <a:off x="10250905" y="6076428"/>
            <a:ext cx="794084" cy="51302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B3CE5C-ADA3-58A0-6EF6-E79EA87CB581}"/>
              </a:ext>
            </a:extLst>
          </p:cNvPr>
          <p:cNvSpPr txBox="1"/>
          <p:nvPr/>
        </p:nvSpPr>
        <p:spPr>
          <a:xfrm rot="702095">
            <a:off x="6803718" y="4617981"/>
            <a:ext cx="146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tx2"/>
                </a:solidFill>
              </a:rPr>
              <a:t>Ej returnerad</a:t>
            </a:r>
            <a:endParaRPr lang="en-SE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51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C79B4-6C85-6607-7E00-1B16AD0E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82E84C-70A2-26F2-0C79-2FE7FE48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D1C64-AB8E-33C8-97BD-3822CEBD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5400" dirty="0"/>
              <a:t>Exemplar</a:t>
            </a:r>
            <a:endParaRPr lang="en-SE" sz="54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305B3C1-5E28-52F7-63CE-492CE9AFB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312BB-F079-97A7-8415-663D3F897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60" y="1003031"/>
            <a:ext cx="5148454" cy="25222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F32DBC-5135-1511-60FA-0B48A996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648394"/>
            <a:ext cx="5449343" cy="1893150"/>
          </a:xfrm>
        </p:spPr>
        <p:txBody>
          <a:bodyPr>
            <a:normAutofit/>
          </a:bodyPr>
          <a:lstStyle/>
          <a:p>
            <a:r>
              <a:rPr lang="sv-SE" dirty="0"/>
              <a:t>Primary key (PK): exemplar_ID</a:t>
            </a:r>
          </a:p>
          <a:p>
            <a:r>
              <a:rPr lang="sv-SE" dirty="0"/>
              <a:t>Foreign key (FK): ISBN_nummer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56C710-7FBF-909E-BA39-461C1A1F2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148" y="3808717"/>
            <a:ext cx="7605476" cy="28231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27CC39-DFC2-DDD2-6E47-51819377CC4B}"/>
              </a:ext>
            </a:extLst>
          </p:cNvPr>
          <p:cNvSpPr txBox="1"/>
          <p:nvPr/>
        </p:nvSpPr>
        <p:spPr>
          <a:xfrm>
            <a:off x="471724" y="4037258"/>
            <a:ext cx="3775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 detta exempel visar det att ISBN-nummer 54321 har 3 exemplar medan 98765 har endast ett exemplar.</a:t>
            </a:r>
          </a:p>
          <a:p>
            <a:endParaRPr lang="en-SE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648261B-139A-3AC6-1AFB-C3807A74B4FA}"/>
              </a:ext>
            </a:extLst>
          </p:cNvPr>
          <p:cNvCxnSpPr>
            <a:cxnSpLocks/>
          </p:cNvCxnSpPr>
          <p:nvPr/>
        </p:nvCxnSpPr>
        <p:spPr>
          <a:xfrm flipV="1">
            <a:off x="1732547" y="4692316"/>
            <a:ext cx="2514601" cy="397042"/>
          </a:xfrm>
          <a:prstGeom prst="curvedConnector3">
            <a:avLst>
              <a:gd name="adj1" fmla="val 705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1F0D951-8AC8-3E3A-2D86-089F18DD39BD}"/>
              </a:ext>
            </a:extLst>
          </p:cNvPr>
          <p:cNvCxnSpPr>
            <a:cxnSpLocks/>
          </p:cNvCxnSpPr>
          <p:nvPr/>
        </p:nvCxnSpPr>
        <p:spPr>
          <a:xfrm>
            <a:off x="1768642" y="5089358"/>
            <a:ext cx="2478506" cy="168442"/>
          </a:xfrm>
          <a:prstGeom prst="curvedConnector3">
            <a:avLst>
              <a:gd name="adj1" fmla="val 597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431D11E1-84C0-C59D-B731-BD6433C95A13}"/>
              </a:ext>
            </a:extLst>
          </p:cNvPr>
          <p:cNvCxnSpPr>
            <a:cxnSpLocks/>
          </p:cNvCxnSpPr>
          <p:nvPr/>
        </p:nvCxnSpPr>
        <p:spPr>
          <a:xfrm>
            <a:off x="1732547" y="5089358"/>
            <a:ext cx="2514601" cy="757989"/>
          </a:xfrm>
          <a:prstGeom prst="curvedConnector3">
            <a:avLst>
              <a:gd name="adj1" fmla="val 653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F8D65879-1501-951A-C539-3FB55549AE0B}"/>
              </a:ext>
            </a:extLst>
          </p:cNvPr>
          <p:cNvCxnSpPr>
            <a:cxnSpLocks/>
          </p:cNvCxnSpPr>
          <p:nvPr/>
        </p:nvCxnSpPr>
        <p:spPr>
          <a:xfrm>
            <a:off x="1768642" y="5257800"/>
            <a:ext cx="2478506" cy="109487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D3271A2C-19A6-4495-229D-6988CED9E06E}"/>
              </a:ext>
            </a:extLst>
          </p:cNvPr>
          <p:cNvSpPr/>
          <p:nvPr/>
        </p:nvSpPr>
        <p:spPr>
          <a:xfrm>
            <a:off x="10647947" y="6148137"/>
            <a:ext cx="601579" cy="435647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A79CAD-5CB0-9825-2434-1AE059EA7C69}"/>
              </a:ext>
            </a:extLst>
          </p:cNvPr>
          <p:cNvSpPr/>
          <p:nvPr/>
        </p:nvSpPr>
        <p:spPr>
          <a:xfrm>
            <a:off x="10647947" y="4528283"/>
            <a:ext cx="601579" cy="1487505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F82315F-222F-7C4F-B184-4DC6FDB481CB}"/>
              </a:ext>
            </a:extLst>
          </p:cNvPr>
          <p:cNvCxnSpPr/>
          <p:nvPr/>
        </p:nvCxnSpPr>
        <p:spPr>
          <a:xfrm>
            <a:off x="4704347" y="4692316"/>
            <a:ext cx="57631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56D5E2-3E9A-5C77-3E92-CB47516C8A5F}"/>
              </a:ext>
            </a:extLst>
          </p:cNvPr>
          <p:cNvCxnSpPr/>
          <p:nvPr/>
        </p:nvCxnSpPr>
        <p:spPr>
          <a:xfrm>
            <a:off x="4704347" y="5255993"/>
            <a:ext cx="57631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7820579-BF5E-3472-F505-1645A124C80E}"/>
              </a:ext>
            </a:extLst>
          </p:cNvPr>
          <p:cNvCxnSpPr/>
          <p:nvPr/>
        </p:nvCxnSpPr>
        <p:spPr>
          <a:xfrm>
            <a:off x="4704347" y="5805237"/>
            <a:ext cx="57631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9269A8-5F80-119B-C6D0-22586FA81F66}"/>
              </a:ext>
            </a:extLst>
          </p:cNvPr>
          <p:cNvCxnSpPr/>
          <p:nvPr/>
        </p:nvCxnSpPr>
        <p:spPr>
          <a:xfrm>
            <a:off x="4704347" y="6365961"/>
            <a:ext cx="5763127" cy="0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54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85114-D8EC-0D43-3659-0EF57F80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sv-SE" sz="5400"/>
              <a:t>Bok</a:t>
            </a:r>
            <a:endParaRPr lang="en-SE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CD34-1998-8353-5A76-8CA1FB06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sv-SE" sz="2200" dirty="0"/>
              <a:t>Primary key (PK): ISBN_nummer</a:t>
            </a:r>
          </a:p>
          <a:p>
            <a:r>
              <a:rPr lang="sv-SE" sz="2200" dirty="0"/>
              <a:t>Titel</a:t>
            </a:r>
          </a:p>
          <a:p>
            <a:r>
              <a:rPr lang="sv-SE" sz="2200" dirty="0"/>
              <a:t>Författare</a:t>
            </a:r>
            <a:endParaRPr lang="en-SE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FC7C0-FFA7-D1CB-9EEA-E8806C2E0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53" y="1226457"/>
            <a:ext cx="5995703" cy="2442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4AF2E1-C4DC-E258-9256-287C7F9AE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230171"/>
            <a:ext cx="10895017" cy="12529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634E3E-6757-9D91-BF11-3524644B3D10}"/>
              </a:ext>
            </a:extLst>
          </p:cNvPr>
          <p:cNvSpPr txBox="1"/>
          <p:nvPr/>
        </p:nvSpPr>
        <p:spPr>
          <a:xfrm>
            <a:off x="758952" y="4860839"/>
            <a:ext cx="110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Exempel: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580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67725A2F7F0442AC06604293EFA9AB" ma:contentTypeVersion="4" ma:contentTypeDescription="Skapa ett nytt dokument." ma:contentTypeScope="" ma:versionID="c871f405b852bbab29c7a47f25dce1fb">
  <xsd:schema xmlns:xsd="http://www.w3.org/2001/XMLSchema" xmlns:xs="http://www.w3.org/2001/XMLSchema" xmlns:p="http://schemas.microsoft.com/office/2006/metadata/properties" xmlns:ns3="2ff7e52e-9f01-4d65-b82b-deffd009060b" targetNamespace="http://schemas.microsoft.com/office/2006/metadata/properties" ma:root="true" ma:fieldsID="5b4901b8c6100579a929a86fdd3fa971" ns3:_="">
    <xsd:import namespace="2ff7e52e-9f01-4d65-b82b-deffd00906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7e52e-9f01-4d65-b82b-deffd00906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7C6895-5CCF-4AFD-818E-1B6F90381F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f7e52e-9f01-4d65-b82b-deffd00906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BF3349-D6F1-4FF9-8CD6-C8B2BF2EFC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6E8371-8A8B-4F09-B2B4-5DFD67036362}">
  <ds:schemaRefs>
    <ds:schemaRef ds:uri="http://purl.org/dc/elements/1.1/"/>
    <ds:schemaRef ds:uri="2ff7e52e-9f01-4d65-b82b-deffd009060b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632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BookLary Databas</vt:lpstr>
      <vt:lpstr>Kravspecifikation </vt:lpstr>
      <vt:lpstr>Konceptuella modellen</vt:lpstr>
      <vt:lpstr>Medlem</vt:lpstr>
      <vt:lpstr>Lånetransaktion </vt:lpstr>
      <vt:lpstr>Lånade exemplar</vt:lpstr>
      <vt:lpstr>Exemplar </vt:lpstr>
      <vt:lpstr>Bok</vt:lpstr>
      <vt:lpstr>Den logiska modellen</vt:lpstr>
      <vt:lpstr>Varför modellen uppfyller 3NF</vt:lpstr>
      <vt:lpstr>Medlem</vt:lpstr>
      <vt:lpstr>Lånetransaktion </vt:lpstr>
      <vt:lpstr>Lånade exemplar</vt:lpstr>
      <vt:lpstr>Exemplar</vt:lpstr>
      <vt:lpstr>Bok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Tadic (student syh)</dc:creator>
  <cp:lastModifiedBy>Marko Tadic (student syh)</cp:lastModifiedBy>
  <cp:revision>2</cp:revision>
  <dcterms:created xsi:type="dcterms:W3CDTF">2026-09-11T13:24:09Z</dcterms:created>
  <dcterms:modified xsi:type="dcterms:W3CDTF">2026-09-11T15:59:50Z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0x0101001567725A2F7F0442AC06604293EFA9AB</vt:lpwstr>
  </property>
</Properties>
</file>